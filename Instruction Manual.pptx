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725" r:id="rId1"/>
  </p:sldMasterIdLst>
  <p:notesMasterIdLst>
    <p:notesMasterId r:id="rId8"/>
  </p:notesMasterIdLst>
  <p:handoutMasterIdLst>
    <p:handoutMasterId r:id="rId9"/>
  </p:handoutMasterIdLst>
  <p:sldIdLst>
    <p:sldId id="811" r:id="rId2"/>
    <p:sldId id="842" r:id="rId3"/>
    <p:sldId id="839" r:id="rId4"/>
    <p:sldId id="840" r:id="rId5"/>
    <p:sldId id="838" r:id="rId6"/>
    <p:sldId id="841" r:id="rId7"/>
  </p:sldIdLst>
  <p:sldSz cx="12192000" cy="6858000"/>
  <p:notesSz cx="6797675" cy="9926638"/>
  <p:embeddedFontLst>
    <p:embeddedFont>
      <p:font typeface="Cambria Math" panose="02040503050406030204" pitchFamily="18" charset="0"/>
      <p:regular r:id="rId10"/>
    </p:embeddedFont>
    <p:embeddedFont>
      <p:font typeface="나눔스퀘어_ac" panose="020B0600000101010101" pitchFamily="50" charset="-127"/>
      <p:regular r:id="rId11"/>
    </p:embeddedFont>
    <p:embeddedFont>
      <p:font typeface="나눔스퀘어_ac Bold" panose="020B0600000101010101" pitchFamily="50" charset="-127"/>
      <p:bold r:id="rId12"/>
    </p:embeddedFont>
    <p:embeddedFont>
      <p:font typeface="맑은 고딕" panose="020B0503020000020004" pitchFamily="50" charset="-127"/>
      <p:regular r:id="rId13"/>
      <p:bold r:id="rId14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이 가원" initials="이가" lastIdx="1" clrIdx="0">
    <p:extLst>
      <p:ext uri="{19B8F6BF-5375-455C-9EA6-DF929625EA0E}">
        <p15:presenceInfo xmlns:p15="http://schemas.microsoft.com/office/powerpoint/2012/main" userId="4b7e43d250cb318f" providerId="Windows Live"/>
      </p:ext>
    </p:extLst>
  </p:cmAuthor>
  <p:cmAuthor id="2" name="JOSUHYEON" initials="J" lastIdx="2" clrIdx="1">
    <p:extLst>
      <p:ext uri="{19B8F6BF-5375-455C-9EA6-DF929625EA0E}">
        <p15:presenceInfo xmlns:p15="http://schemas.microsoft.com/office/powerpoint/2012/main" userId="S::suhyeon.jo@pusan.ac.kr::a968e012-29eb-4a46-984c-2971559ef083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E72B9"/>
    <a:srgbClr val="5B9BD5"/>
    <a:srgbClr val="0E35B2"/>
    <a:srgbClr val="99CCFF"/>
    <a:srgbClr val="FF66CC"/>
    <a:srgbClr val="829CCC"/>
    <a:srgbClr val="D16B05"/>
    <a:srgbClr val="273B5F"/>
    <a:srgbClr val="FFFFFF"/>
    <a:srgbClr val="3C5B9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2DE63D5-997A-4646-A377-4702673A728D}" styleName="밝은 스타일 2 - 강조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79269" autoAdjust="0"/>
  </p:normalViewPr>
  <p:slideViewPr>
    <p:cSldViewPr snapToGrid="0">
      <p:cViewPr varScale="1">
        <p:scale>
          <a:sx n="109" d="100"/>
          <a:sy n="109" d="100"/>
        </p:scale>
        <p:origin x="672" y="102"/>
      </p:cViewPr>
      <p:guideLst/>
    </p:cSldViewPr>
  </p:slideViewPr>
  <p:notesTextViewPr>
    <p:cViewPr>
      <p:scale>
        <a:sx n="200" d="100"/>
        <a:sy n="2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87" d="100"/>
          <a:sy n="87" d="100"/>
        </p:scale>
        <p:origin x="3840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4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commentAuthors" Target="commentAuthors.xml"/><Relationship Id="rId10" Type="http://schemas.openxmlformats.org/officeDocument/2006/relationships/font" Target="fonts/font1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Relationship Id="rId14" Type="http://schemas.openxmlformats.org/officeDocument/2006/relationships/font" Target="fonts/font5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5558" tIns="47779" rIns="95558" bIns="47779" rtlCol="0"/>
          <a:lstStyle>
            <a:lvl1pPr algn="l">
              <a:defRPr sz="1300"/>
            </a:lvl1pPr>
          </a:lstStyle>
          <a:p>
            <a:endParaRPr lang="ko-KR" altLang="en-US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5558" tIns="47779" rIns="95558" bIns="47779" rtlCol="0"/>
          <a:lstStyle>
            <a:lvl1pPr algn="r">
              <a:defRPr sz="1300"/>
            </a:lvl1pPr>
          </a:lstStyle>
          <a:p>
            <a:fld id="{FE871A06-4EC7-4FEA-9F4C-1A93572E562B}" type="datetimeFigureOut">
              <a:rPr lang="ko-KR" altLang="en-US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2024-03-27</a:t>
            </a:fld>
            <a:endParaRPr lang="ko-KR" altLang="en-US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28585"/>
            <a:ext cx="2945659" cy="498055"/>
          </a:xfrm>
          <a:prstGeom prst="rect">
            <a:avLst/>
          </a:prstGeom>
        </p:spPr>
        <p:txBody>
          <a:bodyPr vert="horz" lIns="95558" tIns="47779" rIns="95558" bIns="47779" rtlCol="0" anchor="b"/>
          <a:lstStyle>
            <a:lvl1pPr algn="l">
              <a:defRPr sz="1300"/>
            </a:lvl1pPr>
          </a:lstStyle>
          <a:p>
            <a:endParaRPr lang="ko-KR" altLang="en-US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8554488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5558" tIns="47779" rIns="95558" bIns="47779" rtlCol="0"/>
          <a:lstStyle>
            <a:lvl1pPr algn="l">
              <a:defRPr sz="1300">
                <a:latin typeface="나눔스퀘어_ac Bold" panose="020B0600000101010101" pitchFamily="50" charset="-127"/>
                <a:ea typeface="나눔스퀘어_ac Bold" panose="020B0600000101010101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5558" tIns="47779" rIns="95558" bIns="47779" rtlCol="0"/>
          <a:lstStyle>
            <a:lvl1pPr algn="r">
              <a:defRPr sz="1300">
                <a:latin typeface="나눔스퀘어_ac Bold" panose="020B0600000101010101" pitchFamily="50" charset="-127"/>
                <a:ea typeface="나눔스퀘어_ac Bold" panose="020B0600000101010101" pitchFamily="50" charset="-127"/>
              </a:defRPr>
            </a:lvl1pPr>
          </a:lstStyle>
          <a:p>
            <a:fld id="{7585E413-9A35-4AC4-80B9-6D57A71682A5}" type="datetimeFigureOut">
              <a:rPr lang="ko-KR" altLang="en-US" smtClean="0"/>
              <a:pPr/>
              <a:t>2024-03-27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4713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558" tIns="47779" rIns="95558" bIns="47779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5558" tIns="47779" rIns="95558" bIns="47779" rtlCol="0"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585"/>
            <a:ext cx="2945659" cy="498055"/>
          </a:xfrm>
          <a:prstGeom prst="rect">
            <a:avLst/>
          </a:prstGeom>
        </p:spPr>
        <p:txBody>
          <a:bodyPr vert="horz" lIns="95558" tIns="47779" rIns="95558" bIns="47779" rtlCol="0" anchor="b"/>
          <a:lstStyle>
            <a:lvl1pPr algn="l">
              <a:defRPr sz="1300">
                <a:latin typeface="나눔스퀘어_ac Bold" panose="020B0600000101010101" pitchFamily="50" charset="-127"/>
                <a:ea typeface="나눔스퀘어_ac Bold" panose="020B0600000101010101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28585"/>
            <a:ext cx="2945659" cy="498055"/>
          </a:xfrm>
          <a:prstGeom prst="rect">
            <a:avLst/>
          </a:prstGeom>
        </p:spPr>
        <p:txBody>
          <a:bodyPr vert="horz" lIns="95558" tIns="47779" rIns="95558" bIns="47779" rtlCol="0" anchor="b"/>
          <a:lstStyle>
            <a:lvl1pPr algn="r">
              <a:defRPr sz="1300">
                <a:latin typeface="나눔스퀘어_ac Bold" panose="020B0600000101010101" pitchFamily="50" charset="-127"/>
                <a:ea typeface="나눔스퀘어_ac Bold" panose="020B0600000101010101" pitchFamily="50" charset="-127"/>
              </a:defRPr>
            </a:lvl1pPr>
          </a:lstStyle>
          <a:p>
            <a:fld id="{C21E5A35-52FD-492C-BC43-E7D727C7B24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6349724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나눔스퀘어_ac Bold" panose="020B0600000101010101" pitchFamily="50" charset="-127"/>
        <a:ea typeface="나눔스퀘어_ac Bold" panose="020B0600000101010101" pitchFamily="50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나눔스퀘어_ac Bold" panose="020B0600000101010101" pitchFamily="50" charset="-127"/>
        <a:ea typeface="나눔스퀘어_ac Bold" panose="020B0600000101010101" pitchFamily="50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나눔스퀘어_ac Bold" panose="020B0600000101010101" pitchFamily="50" charset="-127"/>
        <a:ea typeface="나눔스퀘어_ac Bold" panose="020B0600000101010101" pitchFamily="50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나눔스퀘어_ac Bold" panose="020B0600000101010101" pitchFamily="50" charset="-127"/>
        <a:ea typeface="나눔스퀘어_ac Bold" panose="020B0600000101010101" pitchFamily="50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나눔스퀘어_ac Bold" panose="020B0600000101010101" pitchFamily="50" charset="-127"/>
        <a:ea typeface="나눔스퀘어_ac Bold" panose="020B0600000101010101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3CC9C-7E36-46BE-BB2A-7DDA61AC1E11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809134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3CC9C-7E36-46BE-BB2A-7DDA61AC1E11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602309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3CC9C-7E36-46BE-BB2A-7DDA61AC1E11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007569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3CC9C-7E36-46BE-BB2A-7DDA61AC1E11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681562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3CC9C-7E36-46BE-BB2A-7DDA61AC1E11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638381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3CC9C-7E36-46BE-BB2A-7DDA61AC1E11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888030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3CC9C-7E36-46BE-BB2A-7DDA61AC1E11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699592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3CC9C-7E36-46BE-BB2A-7DDA61AC1E11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263481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3CC9C-7E36-46BE-BB2A-7DDA61AC1E11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548637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3CC9C-7E36-46BE-BB2A-7DDA61AC1E11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282945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3CC9C-7E36-46BE-BB2A-7DDA61AC1E11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548847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빈 화면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DBECF8">
                  <a:alpha val="49000"/>
                </a:srgbClr>
              </a:gs>
              <a:gs pos="100000">
                <a:schemeClr val="bg1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ea typeface="나눔스퀘어_ac Bold" panose="020B0600000101010101" pitchFamily="50" charset="-127"/>
            </a:endParaRPr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7533"/>
          <a:stretch/>
        </p:blipFill>
        <p:spPr>
          <a:xfrm rot="5400000" flipH="1" flipV="1">
            <a:off x="5509591" y="175591"/>
            <a:ext cx="6858000" cy="6506818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7533"/>
          <a:stretch/>
        </p:blipFill>
        <p:spPr>
          <a:xfrm rot="5400000">
            <a:off x="-175591" y="175591"/>
            <a:ext cx="6858000" cy="6506818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E4BE56AD-35B8-71D2-2D1D-721B13BCE20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6132" y="6514651"/>
            <a:ext cx="590550" cy="2955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DC5CD82-9EBA-2D78-F7D8-DDDB08F640A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363" y="111852"/>
            <a:ext cx="1823641" cy="2887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H:\project lab\7. logo BSC Lab\logo pnu\pnulogo-fix.png">
            <a:extLst>
              <a:ext uri="{FF2B5EF4-FFF2-40B4-BE49-F238E27FC236}">
                <a16:creationId xmlns:a16="http://schemas.microsoft.com/office/drawing/2014/main" id="{FEF808F7-304C-5CDA-EE10-B3C5DCE21B5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69480" y="6514765"/>
            <a:ext cx="744140" cy="2996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280576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4_빈 화면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그림 3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2041"/>
          <a:stretch/>
        </p:blipFill>
        <p:spPr>
          <a:xfrm rot="5400000">
            <a:off x="2733261" y="-2733261"/>
            <a:ext cx="1040296" cy="6506818"/>
          </a:xfrm>
          <a:prstGeom prst="rect">
            <a:avLst/>
          </a:prstGeom>
        </p:spPr>
      </p:pic>
      <p:sp>
        <p:nvSpPr>
          <p:cNvPr id="31" name="직사각형 30"/>
          <p:cNvSpPr/>
          <p:nvPr userDrawn="1"/>
        </p:nvSpPr>
        <p:spPr>
          <a:xfrm>
            <a:off x="0" y="212035"/>
            <a:ext cx="12192000" cy="830997"/>
          </a:xfrm>
          <a:prstGeom prst="rect">
            <a:avLst/>
          </a:prstGeom>
          <a:solidFill>
            <a:srgbClr val="4A71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ea typeface="나눔스퀘어_ac Bold" panose="020B0600000101010101" pitchFamily="50" charset="-127"/>
            </a:endParaRPr>
          </a:p>
        </p:txBody>
      </p:sp>
      <p:sp>
        <p:nvSpPr>
          <p:cNvPr id="33" name="제목 1"/>
          <p:cNvSpPr>
            <a:spLocks noGrp="1"/>
          </p:cNvSpPr>
          <p:nvPr>
            <p:ph type="title"/>
          </p:nvPr>
        </p:nvSpPr>
        <p:spPr>
          <a:xfrm>
            <a:off x="253177" y="253308"/>
            <a:ext cx="8010053" cy="748450"/>
          </a:xfrm>
        </p:spPr>
        <p:txBody>
          <a:bodyPr>
            <a:normAutofit/>
          </a:bodyPr>
          <a:lstStyle>
            <a:lvl1pPr marL="0" algn="l" defTabSz="914400" rtl="0" eaLnBrk="1" fontAlgn="ctr" latinLnBrk="1" hangingPunct="1">
              <a:spcBef>
                <a:spcPct val="0"/>
              </a:spcBef>
              <a:spcAft>
                <a:spcPct val="0"/>
              </a:spcAft>
              <a:defRPr lang="ko-KR" altLang="en-US" sz="3200" b="1" kern="1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Arial" panose="020B0604020202020204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B65CAC7D-3027-F01E-AF1E-81BE810FF5D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23301" y="483161"/>
            <a:ext cx="1823641" cy="2887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D61D378A-3EE0-3B11-3F4F-27ECD2C9F92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8679" y="476404"/>
            <a:ext cx="999694" cy="295500"/>
          </a:xfrm>
          <a:prstGeom prst="rect">
            <a:avLst/>
          </a:prstGeom>
        </p:spPr>
      </p:pic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F0840EE-92C7-4DCC-9D14-035379C8B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77035" y="6463402"/>
            <a:ext cx="447909" cy="365125"/>
          </a:xfrm>
        </p:spPr>
        <p:txBody>
          <a:bodyPr/>
          <a:lstStyle>
            <a:lvl1pPr>
              <a:defRPr sz="1600"/>
            </a:lvl1pPr>
          </a:lstStyle>
          <a:p>
            <a:fld id="{4273CC9C-7E36-46BE-BB2A-7DDA61AC1E1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065210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빈 화면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DBECF8">
                  <a:alpha val="49000"/>
                </a:srgbClr>
              </a:gs>
              <a:gs pos="100000">
                <a:schemeClr val="bg1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ea typeface="나눔스퀘어_ac Bold" panose="020B0600000101010101" pitchFamily="50" charset="-127"/>
            </a:endParaRPr>
          </a:p>
        </p:txBody>
      </p:sp>
      <p:pic>
        <p:nvPicPr>
          <p:cNvPr id="3" name="그림 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700" t="30897" b="698"/>
          <a:stretch/>
        </p:blipFill>
        <p:spPr>
          <a:xfrm flipH="1">
            <a:off x="0" y="0"/>
            <a:ext cx="1127271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46268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빈 화면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9786177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빈 화면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0376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빈 화면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2594357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빈 화면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2992611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빈 화면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848808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빈 화면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038731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빈 화면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0770654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빈 화면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576605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빈 화면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9779588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빈 화면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699691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201888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9_빈 화면">
    <p:bg>
      <p:bgPr>
        <a:solidFill>
          <a:srgbClr val="EF806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제목 1"/>
          <p:cNvSpPr>
            <a:spLocks noGrp="1"/>
          </p:cNvSpPr>
          <p:nvPr>
            <p:ph type="title"/>
          </p:nvPr>
        </p:nvSpPr>
        <p:spPr>
          <a:xfrm>
            <a:off x="281399" y="81481"/>
            <a:ext cx="8010053" cy="748450"/>
          </a:xfrm>
        </p:spPr>
        <p:txBody>
          <a:bodyPr>
            <a:normAutofit/>
          </a:bodyPr>
          <a:lstStyle>
            <a:lvl1pPr marL="0" algn="l" defTabSz="914400" rtl="0" eaLnBrk="1" fontAlgn="ctr" latinLnBrk="1" hangingPunct="1">
              <a:spcBef>
                <a:spcPct val="0"/>
              </a:spcBef>
              <a:spcAft>
                <a:spcPct val="0"/>
              </a:spcAft>
              <a:defRPr lang="ko-KR" altLang="en-US" sz="3200" b="1" kern="1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Arial" panose="020B0604020202020204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7" name="모서리가 둥근 직사각형 6"/>
          <p:cNvSpPr/>
          <p:nvPr userDrawn="1"/>
        </p:nvSpPr>
        <p:spPr>
          <a:xfrm>
            <a:off x="259818" y="829931"/>
            <a:ext cx="11672367" cy="5833628"/>
          </a:xfrm>
          <a:prstGeom prst="roundRect">
            <a:avLst>
              <a:gd name="adj" fmla="val 447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ea typeface="나눔스퀘어_ac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1631071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5_빈 화면">
    <p:bg>
      <p:bgPr>
        <a:solidFill>
          <a:srgbClr val="EF806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제목 1"/>
          <p:cNvSpPr>
            <a:spLocks noGrp="1"/>
          </p:cNvSpPr>
          <p:nvPr>
            <p:ph type="title"/>
          </p:nvPr>
        </p:nvSpPr>
        <p:spPr>
          <a:xfrm>
            <a:off x="281399" y="81481"/>
            <a:ext cx="8010053" cy="748450"/>
          </a:xfrm>
        </p:spPr>
        <p:txBody>
          <a:bodyPr>
            <a:normAutofit/>
          </a:bodyPr>
          <a:lstStyle>
            <a:lvl1pPr marL="0" algn="l" defTabSz="914400" rtl="0" eaLnBrk="1" fontAlgn="ctr" latinLnBrk="1" hangingPunct="1">
              <a:spcBef>
                <a:spcPct val="0"/>
              </a:spcBef>
              <a:spcAft>
                <a:spcPct val="0"/>
              </a:spcAft>
              <a:defRPr lang="ko-KR" altLang="en-US" sz="3200" b="1" kern="1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Arial" panose="020B0604020202020204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7" name="모서리가 둥근 직사각형 6"/>
          <p:cNvSpPr/>
          <p:nvPr userDrawn="1"/>
        </p:nvSpPr>
        <p:spPr>
          <a:xfrm>
            <a:off x="259818" y="829931"/>
            <a:ext cx="11672367" cy="5833628"/>
          </a:xfrm>
          <a:prstGeom prst="roundRect">
            <a:avLst>
              <a:gd name="adj" fmla="val 447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ea typeface="나눔스퀘어_ac Bold" panose="020B0600000101010101" pitchFamily="50" charset="-127"/>
            </a:endParaRPr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805" t="16682" r="12184" b="7112"/>
          <a:stretch/>
        </p:blipFill>
        <p:spPr>
          <a:xfrm>
            <a:off x="9787749" y="4382814"/>
            <a:ext cx="2404252" cy="2475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747543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3_빈 화면">
    <p:bg>
      <p:bgPr>
        <a:solidFill>
          <a:srgbClr val="84B6C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제목 1"/>
          <p:cNvSpPr>
            <a:spLocks noGrp="1"/>
          </p:cNvSpPr>
          <p:nvPr>
            <p:ph type="title"/>
          </p:nvPr>
        </p:nvSpPr>
        <p:spPr>
          <a:xfrm>
            <a:off x="281399" y="81481"/>
            <a:ext cx="8010053" cy="748450"/>
          </a:xfrm>
        </p:spPr>
        <p:txBody>
          <a:bodyPr>
            <a:normAutofit/>
          </a:bodyPr>
          <a:lstStyle>
            <a:lvl1pPr marL="0" algn="l" defTabSz="914400" rtl="0" eaLnBrk="1" fontAlgn="ctr" latinLnBrk="1" hangingPunct="1">
              <a:spcBef>
                <a:spcPct val="0"/>
              </a:spcBef>
              <a:spcAft>
                <a:spcPct val="0"/>
              </a:spcAft>
              <a:defRPr lang="ko-KR" altLang="en-US" sz="3200" b="1" kern="1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Arial" panose="020B0604020202020204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7" name="모서리가 둥근 직사각형 6"/>
          <p:cNvSpPr/>
          <p:nvPr userDrawn="1"/>
        </p:nvSpPr>
        <p:spPr>
          <a:xfrm>
            <a:off x="259818" y="829931"/>
            <a:ext cx="11672367" cy="5833628"/>
          </a:xfrm>
          <a:prstGeom prst="roundRect">
            <a:avLst>
              <a:gd name="adj" fmla="val 447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ea typeface="나눔스퀘어_ac Bold" panose="020B0600000101010101" pitchFamily="50" charset="-127"/>
            </a:endParaRPr>
          </a:p>
        </p:txBody>
      </p:sp>
      <p:pic>
        <p:nvPicPr>
          <p:cNvPr id="6" name="그림 5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793" t="47716" r="68391" b="39181"/>
          <a:stretch/>
        </p:blipFill>
        <p:spPr>
          <a:xfrm>
            <a:off x="9917198" y="409902"/>
            <a:ext cx="2556901" cy="940280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793" t="47716" r="68391" b="39181"/>
          <a:stretch/>
        </p:blipFill>
        <p:spPr>
          <a:xfrm>
            <a:off x="8418261" y="46109"/>
            <a:ext cx="1995179" cy="733711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793" t="53962" r="74334" b="39181"/>
          <a:stretch/>
        </p:blipFill>
        <p:spPr>
          <a:xfrm>
            <a:off x="10909682" y="-10511"/>
            <a:ext cx="1282319" cy="370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706119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5_빈 화면">
    <p:bg>
      <p:bgPr>
        <a:solidFill>
          <a:srgbClr val="ECEC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" r="-1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7992"/>
          <a:stretch/>
        </p:blipFill>
        <p:spPr>
          <a:xfrm>
            <a:off x="0" y="1"/>
            <a:ext cx="12192000" cy="791836"/>
          </a:xfrm>
          <a:prstGeom prst="rect">
            <a:avLst/>
          </a:prstGeom>
        </p:spPr>
      </p:pic>
      <p:sp>
        <p:nvSpPr>
          <p:cNvPr id="3" name="제목 1"/>
          <p:cNvSpPr>
            <a:spLocks noGrp="1"/>
          </p:cNvSpPr>
          <p:nvPr>
            <p:ph type="title"/>
          </p:nvPr>
        </p:nvSpPr>
        <p:spPr>
          <a:xfrm>
            <a:off x="281399" y="14202"/>
            <a:ext cx="8010053" cy="748450"/>
          </a:xfrm>
        </p:spPr>
        <p:txBody>
          <a:bodyPr>
            <a:normAutofit/>
          </a:bodyPr>
          <a:lstStyle>
            <a:lvl1pPr marL="0" algn="l" defTabSz="914400" rtl="0" eaLnBrk="1" fontAlgn="ctr" latinLnBrk="1" hangingPunct="1">
              <a:spcBef>
                <a:spcPct val="0"/>
              </a:spcBef>
              <a:spcAft>
                <a:spcPct val="0"/>
              </a:spcAft>
              <a:defRPr lang="ko-KR" altLang="en-US" sz="3200" b="1" kern="1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Arial" panose="020B0604020202020204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8" name="직사각형 7"/>
          <p:cNvSpPr/>
          <p:nvPr userDrawn="1"/>
        </p:nvSpPr>
        <p:spPr>
          <a:xfrm>
            <a:off x="0" y="6731540"/>
            <a:ext cx="12192000" cy="129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 dirty="0">
              <a:ea typeface="나눔스퀘어_ac Bold" panose="020B0600000101010101" pitchFamily="50" charset="-127"/>
            </a:endParaRPr>
          </a:p>
        </p:txBody>
      </p:sp>
      <p:sp>
        <p:nvSpPr>
          <p:cNvPr id="11" name="직사각형 10"/>
          <p:cNvSpPr/>
          <p:nvPr userDrawn="1"/>
        </p:nvSpPr>
        <p:spPr>
          <a:xfrm>
            <a:off x="0" y="762652"/>
            <a:ext cx="12192000" cy="5968888"/>
          </a:xfrm>
          <a:prstGeom prst="rect">
            <a:avLst/>
          </a:prstGeom>
          <a:solidFill>
            <a:schemeClr val="bg1">
              <a:lumMod val="95000"/>
              <a:alpha val="8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ea typeface="나눔스퀘어_ac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408115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ea typeface="나눔스퀘어_ac Bold" panose="020B0600000101010101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ea typeface="나눔스퀘어_ac Bold" panose="020B0600000101010101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ea typeface="나눔스퀘어_ac Bold" panose="020B0600000101010101" pitchFamily="50" charset="-127"/>
              </a:defRPr>
            </a:lvl1pPr>
          </a:lstStyle>
          <a:p>
            <a:fld id="{4273CC9C-7E36-46BE-BB2A-7DDA61AC1E1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570778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  <p:sldLayoutId id="2147483788" r:id="rId12"/>
    <p:sldLayoutId id="2147483740" r:id="rId13"/>
    <p:sldLayoutId id="2147483688" r:id="rId14"/>
    <p:sldLayoutId id="2147483680" r:id="rId15"/>
    <p:sldLayoutId id="2147483687" r:id="rId16"/>
    <p:sldLayoutId id="2147483684" r:id="rId17"/>
    <p:sldLayoutId id="2147483697" r:id="rId18"/>
    <p:sldLayoutId id="2147483689" r:id="rId19"/>
    <p:sldLayoutId id="2147483678" r:id="rId20"/>
    <p:sldLayoutId id="2147483675" r:id="rId21"/>
    <p:sldLayoutId id="2147483674" r:id="rId22"/>
    <p:sldLayoutId id="2147483677" r:id="rId23"/>
    <p:sldLayoutId id="2147483672" r:id="rId24"/>
    <p:sldLayoutId id="2147483669" r:id="rId25"/>
    <p:sldLayoutId id="2147483741" r:id="rId26"/>
    <p:sldLayoutId id="2147483742" r:id="rId27"/>
    <p:sldLayoutId id="2147483743" r:id="rId28"/>
    <p:sldLayoutId id="2147483744" r:id="rId29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나눔스퀘어_ac Bold" panose="020B0600000101010101" pitchFamily="50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나눔스퀘어_ac Bold" panose="020B0600000101010101" pitchFamily="50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나눔스퀘어_ac Bold" panose="020B0600000101010101" pitchFamily="50" charset="-127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나눔스퀘어_ac Bold" panose="020B0600000101010101" pitchFamily="50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나눔스퀘어_ac Bold" panose="020B0600000101010101" pitchFamily="50" charset="-127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나눔스퀘어_ac Bold" panose="020B0600000101010101" pitchFamily="50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D50DC598-F6F6-4198-9EA0-CECA6D03596B}"/>
              </a:ext>
            </a:extLst>
          </p:cNvPr>
          <p:cNvSpPr/>
          <p:nvPr/>
        </p:nvSpPr>
        <p:spPr>
          <a:xfrm>
            <a:off x="1972713" y="3075057"/>
            <a:ext cx="824657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sz="4000" b="1" dirty="0">
                <a:ln>
                  <a:solidFill>
                    <a:schemeClr val="tx1">
                      <a:alpha val="50000"/>
                    </a:schemeClr>
                  </a:solidFill>
                </a:ln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공간 최적화를 위한 </a:t>
            </a:r>
            <a:r>
              <a:rPr lang="ko-KR" altLang="en-US" sz="4000" b="1" dirty="0" err="1">
                <a:ln>
                  <a:solidFill>
                    <a:schemeClr val="tx1">
                      <a:alpha val="50000"/>
                    </a:schemeClr>
                  </a:solidFill>
                </a:ln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적치장</a:t>
            </a:r>
            <a:r>
              <a:rPr lang="ko-KR" altLang="en-US" sz="4000" b="1" dirty="0">
                <a:ln>
                  <a:solidFill>
                    <a:schemeClr val="tx1">
                      <a:alpha val="50000"/>
                    </a:schemeClr>
                  </a:solidFill>
                </a:ln>
                <a:latin typeface="나눔스퀘어_ac" panose="020B0600000101010101" pitchFamily="50" charset="-127"/>
                <a:ea typeface="나눔스퀘어_ac" panose="020B0600000101010101" pitchFamily="50" charset="-127"/>
              </a:rPr>
              <a:t> 선정</a:t>
            </a:r>
            <a:endParaRPr lang="en-US" altLang="ko-KR" sz="4000" b="1" dirty="0">
              <a:ln>
                <a:solidFill>
                  <a:schemeClr val="tx1">
                    <a:alpha val="50000"/>
                  </a:schemeClr>
                </a:solidFill>
              </a:ln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693021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A41A3B-1361-FD9F-48D3-27FB64258E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적치장</a:t>
            </a:r>
            <a:r>
              <a:rPr lang="ko-KR" altLang="en-US" dirty="0"/>
              <a:t> 블록</a:t>
            </a:r>
            <a:r>
              <a:rPr lang="en-US" altLang="ko-KR" dirty="0"/>
              <a:t> </a:t>
            </a:r>
            <a:r>
              <a:rPr lang="ko-KR" altLang="en-US" dirty="0"/>
              <a:t>형태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A7F80B1-71EB-CF28-B29A-494376376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3CC9C-7E36-46BE-BB2A-7DDA61AC1E11}" type="slidenum">
              <a:rPr lang="ko-KR" altLang="en-US" smtClean="0"/>
              <a:pPr/>
              <a:t>2</a:t>
            </a:fld>
            <a:endParaRPr lang="ko-KR" altLang="en-US" dirty="0"/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90CEEF41-1CF3-B43F-63CD-9DD99CCC9BA1}"/>
              </a:ext>
            </a:extLst>
          </p:cNvPr>
          <p:cNvSpPr txBox="1">
            <a:spLocks/>
          </p:cNvSpPr>
          <p:nvPr/>
        </p:nvSpPr>
        <p:spPr>
          <a:xfrm>
            <a:off x="117308" y="1089854"/>
            <a:ext cx="7886700" cy="4121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algn="l" defTabSz="914400" rtl="0" eaLnBrk="1" fontAlgn="ctr" latinLnBrk="1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lang="ko-KR" altLang="en-US" sz="3200" b="1" kern="1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Arial" panose="020B0604020202020204" pitchFamily="34" charset="0"/>
              </a:defRPr>
            </a:lvl1pPr>
          </a:lstStyle>
          <a:p>
            <a:pPr>
              <a:lnSpc>
                <a:spcPct val="100000"/>
              </a:lnSpc>
            </a:pPr>
            <a:r>
              <a:rPr lang="ko-KR" altLang="en-US" sz="1600" dirty="0">
                <a:ln w="9525">
                  <a:solidFill>
                    <a:schemeClr val="tx1"/>
                  </a:solidFill>
                </a:ln>
                <a:solidFill>
                  <a:sysClr val="windowText" lastClr="000000"/>
                </a:solidFill>
                <a:latin typeface="+mj-ea"/>
                <a:cs typeface="함초롬돋움" panose="020B0604000101010101" pitchFamily="50" charset="-127"/>
              </a:rPr>
              <a:t>양식</a:t>
            </a:r>
            <a:r>
              <a:rPr lang="en-US" altLang="ko-KR" sz="1600" dirty="0">
                <a:ln w="9525">
                  <a:solidFill>
                    <a:schemeClr val="tx1"/>
                  </a:solidFill>
                </a:ln>
                <a:solidFill>
                  <a:sysClr val="windowText" lastClr="000000"/>
                </a:solidFill>
                <a:latin typeface="+mj-ea"/>
                <a:cs typeface="함초롬돋움" panose="020B0604000101010101" pitchFamily="50" charset="-127"/>
              </a:rPr>
              <a:t>: DB_whole_block.csv, DB_empty_slots.csv  </a:t>
            </a:r>
            <a:endParaRPr lang="ko-KR" altLang="en-US" sz="1600" dirty="0">
              <a:ln w="9525">
                <a:solidFill>
                  <a:schemeClr val="tx1"/>
                </a:solidFill>
              </a:ln>
              <a:solidFill>
                <a:sysClr val="windowText" lastClr="000000"/>
              </a:solidFill>
              <a:latin typeface="+mj-ea"/>
              <a:cs typeface="함초롬돋움" panose="020B0604000101010101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C1B70D-A427-260F-B9D8-B540F89CCF73}"/>
              </a:ext>
            </a:extLst>
          </p:cNvPr>
          <p:cNvSpPr txBox="1"/>
          <p:nvPr/>
        </p:nvSpPr>
        <p:spPr>
          <a:xfrm>
            <a:off x="682705" y="3270917"/>
            <a:ext cx="6886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800" dirty="0">
                <a:ln w="9525">
                  <a:solidFill>
                    <a:schemeClr val="tx1"/>
                  </a:solidFill>
                </a:ln>
                <a:solidFill>
                  <a:sysClr val="windowText" lastClr="000000"/>
                </a:solidFill>
                <a:latin typeface="+mj-ea"/>
                <a:cs typeface="함초롬돋움" panose="020B0604000101010101" pitchFamily="50" charset="-127"/>
              </a:rPr>
              <a:t>DB_whole_block.csv: </a:t>
            </a:r>
            <a:r>
              <a:rPr lang="ko-KR" altLang="en-US" dirty="0"/>
              <a:t>제니에서 바로 뽑는 값을 넣어 주시면 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0" name="표 9">
                <a:extLst>
                  <a:ext uri="{FF2B5EF4-FFF2-40B4-BE49-F238E27FC236}">
                    <a16:creationId xmlns:a16="http://schemas.microsoft.com/office/drawing/2014/main" id="{57B47A8A-C5A4-2CDD-4DB3-DA37BCE1C7B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99140034"/>
                  </p:ext>
                </p:extLst>
              </p:nvPr>
            </p:nvGraphicFramePr>
            <p:xfrm>
              <a:off x="368230" y="3762644"/>
              <a:ext cx="7515225" cy="2933700"/>
            </p:xfrm>
            <a:graphic>
              <a:graphicData uri="http://schemas.openxmlformats.org/drawingml/2006/table">
                <a:tbl>
                  <a:tblPr/>
                  <a:tblGrid>
                    <a:gridCol w="685800">
                      <a:extLst>
                        <a:ext uri="{9D8B030D-6E8A-4147-A177-3AD203B41FA5}">
                          <a16:colId xmlns:a16="http://schemas.microsoft.com/office/drawing/2014/main" val="572585065"/>
                        </a:ext>
                      </a:extLst>
                    </a:gridCol>
                    <a:gridCol w="685800">
                      <a:extLst>
                        <a:ext uri="{9D8B030D-6E8A-4147-A177-3AD203B41FA5}">
                          <a16:colId xmlns:a16="http://schemas.microsoft.com/office/drawing/2014/main" val="2756139344"/>
                        </a:ext>
                      </a:extLst>
                    </a:gridCol>
                    <a:gridCol w="685800">
                      <a:extLst>
                        <a:ext uri="{9D8B030D-6E8A-4147-A177-3AD203B41FA5}">
                          <a16:colId xmlns:a16="http://schemas.microsoft.com/office/drawing/2014/main" val="1475371021"/>
                        </a:ext>
                      </a:extLst>
                    </a:gridCol>
                    <a:gridCol w="685800">
                      <a:extLst>
                        <a:ext uri="{9D8B030D-6E8A-4147-A177-3AD203B41FA5}">
                          <a16:colId xmlns:a16="http://schemas.microsoft.com/office/drawing/2014/main" val="1981942676"/>
                        </a:ext>
                      </a:extLst>
                    </a:gridCol>
                    <a:gridCol w="685800">
                      <a:extLst>
                        <a:ext uri="{9D8B030D-6E8A-4147-A177-3AD203B41FA5}">
                          <a16:colId xmlns:a16="http://schemas.microsoft.com/office/drawing/2014/main" val="2290465742"/>
                        </a:ext>
                      </a:extLst>
                    </a:gridCol>
                    <a:gridCol w="685800">
                      <a:extLst>
                        <a:ext uri="{9D8B030D-6E8A-4147-A177-3AD203B41FA5}">
                          <a16:colId xmlns:a16="http://schemas.microsoft.com/office/drawing/2014/main" val="1190102390"/>
                        </a:ext>
                      </a:extLst>
                    </a:gridCol>
                    <a:gridCol w="685800">
                      <a:extLst>
                        <a:ext uri="{9D8B030D-6E8A-4147-A177-3AD203B41FA5}">
                          <a16:colId xmlns:a16="http://schemas.microsoft.com/office/drawing/2014/main" val="3638289153"/>
                        </a:ext>
                      </a:extLst>
                    </a:gridCol>
                    <a:gridCol w="685800">
                      <a:extLst>
                        <a:ext uri="{9D8B030D-6E8A-4147-A177-3AD203B41FA5}">
                          <a16:colId xmlns:a16="http://schemas.microsoft.com/office/drawing/2014/main" val="2998207123"/>
                        </a:ext>
                      </a:extLst>
                    </a:gridCol>
                    <a:gridCol w="1343025">
                      <a:extLst>
                        <a:ext uri="{9D8B030D-6E8A-4147-A177-3AD203B41FA5}">
                          <a16:colId xmlns:a16="http://schemas.microsoft.com/office/drawing/2014/main" val="1210111121"/>
                        </a:ext>
                      </a:extLst>
                    </a:gridCol>
                    <a:gridCol w="685800">
                      <a:extLst>
                        <a:ext uri="{9D8B030D-6E8A-4147-A177-3AD203B41FA5}">
                          <a16:colId xmlns:a16="http://schemas.microsoft.com/office/drawing/2014/main" val="1901812776"/>
                        </a:ext>
                      </a:extLst>
                    </a:gridCol>
                  </a:tblGrid>
                  <a:tr h="209550"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1" hangingPunct="1"/>
                          <a:r>
                            <a:rPr lang="en-US" sz="1100" b="0" i="0" u="none" strike="noStrike" kern="1200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+mn-cs"/>
                            </a:rPr>
                            <a:t>PROJ_NO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1" hangingPunct="1"/>
                          <a:r>
                            <a:rPr lang="en-US" sz="1100" b="0" i="0" u="none" strike="noStrike" kern="1200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+mn-cs"/>
                            </a:rPr>
                            <a:t>BLK_NO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1" hangingPunct="1"/>
                          <a:r>
                            <a:rPr lang="en-US" sz="1100" b="0" i="0" u="none" strike="noStrike" kern="120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+mn-cs"/>
                            </a:rPr>
                            <a:t>LTH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1" hangingPunct="1"/>
                          <a:r>
                            <a:rPr lang="en-US" sz="1100" b="0" i="0" u="none" strike="noStrike" kern="120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+mn-cs"/>
                            </a:rPr>
                            <a:t>BTH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1" hangingPunct="1"/>
                          <a:r>
                            <a:rPr lang="en-US" sz="1100" b="0" i="0" u="none" strike="noStrike" kern="120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+mn-cs"/>
                            </a:rPr>
                            <a:t>HGT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1" hangingPunct="1"/>
                          <a:r>
                            <a:rPr lang="en-US" sz="1100" b="0" i="0" u="none" strike="noStrike" kern="120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+mn-cs"/>
                            </a:rPr>
                            <a:t>NET_WGT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1" hangingPunct="1"/>
                          <a:r>
                            <a:rPr lang="en-US" sz="1100" b="0" i="0" u="none" strike="noStrike" kern="120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+mn-cs"/>
                            </a:rPr>
                            <a:t>WKA_CD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rowSpan="12">
                      <a:txBody>
                        <a:bodyPr/>
                        <a:lstStyle/>
                        <a:p>
                          <a:pPr marL="0" marR="0" lvl="0" indent="0" algn="ctr" defTabSz="914400" rtl="0" eaLnBrk="1" fontAlgn="ctr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100" b="0" i="1" u="none" strike="noStrike" kern="120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⋯</m:t>
                                </m:r>
                              </m:oMath>
                            </m:oMathPara>
                          </a14:m>
                          <a:endParaRPr lang="en-US" altLang="ko-KR" sz="1100" b="0" i="0" u="none" strike="noStrike" kern="1200" dirty="0">
                            <a:solidFill>
                              <a:srgbClr val="000000"/>
                            </a:solidFill>
                            <a:effectLst/>
                            <a:latin typeface="맑은 고딕" panose="020B0503020000020004" pitchFamily="50" charset="-127"/>
                            <a:ea typeface="+mn-ea"/>
                            <a:cs typeface="+mn-cs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CHECK_OUTFITTING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RANK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19876597"/>
                      </a:ext>
                    </a:extLst>
                  </a:tr>
                  <a:tr h="209550"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1" hangingPunct="1"/>
                          <a:r>
                            <a:rPr lang="en-US" sz="1100" b="0" i="0" u="none" strike="noStrike" kern="120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+mn-cs"/>
                            </a:rPr>
                            <a:t>SN2616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1" hangingPunct="1"/>
                          <a:r>
                            <a:rPr lang="en-US" sz="1100" b="0" i="0" u="none" strike="noStrike" kern="1200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+mn-cs"/>
                            </a:rPr>
                            <a:t>E410S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1" hangingPunct="1"/>
                          <a:r>
                            <a:rPr lang="en-US" altLang="ko-KR" sz="1100" b="0" i="0" u="none" strike="noStrike" kern="1200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+mn-cs"/>
                            </a:rPr>
                            <a:t>14.2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1" hangingPunct="1"/>
                          <a:r>
                            <a:rPr lang="en-US" altLang="ko-KR" sz="1100" b="0" i="0" u="none" strike="noStrike" kern="120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+mn-cs"/>
                            </a:rPr>
                            <a:t>17.5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1" hangingPunct="1"/>
                          <a:r>
                            <a:rPr lang="en-US" altLang="ko-KR" sz="1100" b="0" i="0" u="none" strike="noStrike" kern="120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+mn-cs"/>
                            </a:rPr>
                            <a:t>5.4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1" hangingPunct="1"/>
                          <a:r>
                            <a:rPr lang="en-US" altLang="ko-KR" sz="1100" b="0" i="0" u="none" strike="noStrike" kern="120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+mn-cs"/>
                            </a:rPr>
                            <a:t>42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1" hangingPunct="1"/>
                          <a:r>
                            <a:rPr lang="en-US" sz="1100" b="0" i="0" u="none" strike="noStrike" kern="120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+mn-cs"/>
                            </a:rPr>
                            <a:t>3R51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/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1" hangingPunct="1"/>
                          <a:r>
                            <a:rPr lang="en-US" altLang="ko-KR" sz="1100" b="0" i="0" u="none" strike="noStrike" kern="1200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+mn-cs"/>
                            </a:rPr>
                            <a:t>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49935378"/>
                      </a:ext>
                    </a:extLst>
                  </a:tr>
                  <a:tr h="209550"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1" hangingPunct="1"/>
                          <a:r>
                            <a:rPr lang="en-US" sz="1100" b="0" i="0" u="none" strike="noStrike" kern="120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+mn-cs"/>
                            </a:rPr>
                            <a:t>SN2612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1" hangingPunct="1"/>
                          <a:r>
                            <a:rPr lang="en-US" sz="1100" b="0" i="0" u="none" strike="noStrike" kern="120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+mn-cs"/>
                            </a:rPr>
                            <a:t>D730S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1" hangingPunct="1"/>
                          <a:r>
                            <a:rPr lang="en-US" altLang="ko-KR" sz="1100" b="0" i="0" u="none" strike="noStrike" kern="120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+mn-cs"/>
                            </a:rPr>
                            <a:t>18.5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1" hangingPunct="1"/>
                          <a:r>
                            <a:rPr lang="en-US" altLang="ko-KR" sz="1100" b="0" i="0" u="none" strike="noStrike" kern="120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+mn-cs"/>
                            </a:rPr>
                            <a:t>6.8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1" hangingPunct="1"/>
                          <a:r>
                            <a:rPr lang="en-US" altLang="ko-KR" sz="1100" b="0" i="0" u="none" strike="noStrike" kern="120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+mn-cs"/>
                            </a:rPr>
                            <a:t>6.2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1" hangingPunct="1"/>
                          <a:r>
                            <a:rPr lang="en-US" altLang="ko-KR" sz="1100" b="0" i="0" u="none" strike="noStrike" kern="120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+mn-cs"/>
                            </a:rPr>
                            <a:t>19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1" hangingPunct="1"/>
                          <a:r>
                            <a:rPr lang="en-US" sz="1100" b="0" i="0" u="none" strike="noStrike" kern="120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+mn-cs"/>
                            </a:rPr>
                            <a:t>PS2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/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1" hangingPunct="1"/>
                          <a:r>
                            <a:rPr lang="en-US" altLang="ko-KR" sz="1100" b="0" i="0" u="none" strike="noStrike" kern="120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+mn-cs"/>
                            </a:rPr>
                            <a:t>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2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874204429"/>
                      </a:ext>
                    </a:extLst>
                  </a:tr>
                  <a:tr h="209550"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1" hangingPunct="1"/>
                          <a:r>
                            <a:rPr lang="en-US" sz="1100" b="0" i="0" u="none" strike="noStrike" kern="120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+mn-cs"/>
                            </a:rPr>
                            <a:t>SN2464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1" hangingPunct="1"/>
                          <a:r>
                            <a:rPr lang="en-US" sz="1100" b="0" i="0" u="none" strike="noStrike" kern="120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+mn-cs"/>
                            </a:rPr>
                            <a:t>D194S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1" hangingPunct="1"/>
                          <a:r>
                            <a:rPr lang="en-US" altLang="ko-KR" sz="1100" b="0" i="0" u="none" strike="noStrike" kern="120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+mn-cs"/>
                            </a:rPr>
                            <a:t>7.6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1" hangingPunct="1"/>
                          <a:r>
                            <a:rPr lang="en-US" altLang="ko-KR" sz="1100" b="0" i="0" u="none" strike="noStrike" kern="1200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+mn-cs"/>
                            </a:rPr>
                            <a:t>4.8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1" hangingPunct="1"/>
                          <a:r>
                            <a:rPr lang="en-US" altLang="ko-KR" sz="1100" b="0" i="0" u="none" strike="noStrike" kern="120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+mn-cs"/>
                            </a:rPr>
                            <a:t>2.3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1" hangingPunct="1"/>
                          <a:r>
                            <a:rPr lang="en-US" altLang="ko-KR" sz="1100" b="0" i="0" u="none" strike="noStrike" kern="120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+mn-cs"/>
                            </a:rPr>
                            <a:t>8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1" hangingPunct="1"/>
                          <a:r>
                            <a:rPr lang="en-US" sz="1100" b="0" i="0" u="none" strike="noStrike" kern="120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+mn-cs"/>
                            </a:rPr>
                            <a:t>PS2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/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1" hangingPunct="1"/>
                          <a:r>
                            <a:rPr lang="en-US" altLang="ko-KR" sz="1100" b="0" i="0" u="none" strike="noStrike" kern="1200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+mn-cs"/>
                            </a:rPr>
                            <a:t>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228939442"/>
                      </a:ext>
                    </a:extLst>
                  </a:tr>
                  <a:tr h="209550"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1" hangingPunct="1"/>
                          <a:r>
                            <a:rPr lang="en-US" sz="1100" b="0" i="0" u="none" strike="noStrike" kern="120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+mn-cs"/>
                            </a:rPr>
                            <a:t>SN2464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1" hangingPunct="1"/>
                          <a:r>
                            <a:rPr lang="en-US" sz="1100" b="0" i="0" u="none" strike="noStrike" kern="120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+mn-cs"/>
                            </a:rPr>
                            <a:t>D194P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1" hangingPunct="1"/>
                          <a:r>
                            <a:rPr lang="en-US" altLang="ko-KR" sz="1100" b="0" i="0" u="none" strike="noStrike" kern="120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+mn-cs"/>
                            </a:rPr>
                            <a:t>8.4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1" hangingPunct="1"/>
                          <a:r>
                            <a:rPr lang="en-US" altLang="ko-KR" sz="1100" b="0" i="0" u="none" strike="noStrike" kern="120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+mn-cs"/>
                            </a:rPr>
                            <a:t>4.8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1" hangingPunct="1"/>
                          <a:r>
                            <a:rPr lang="en-US" altLang="ko-KR" sz="1100" b="0" i="0" u="none" strike="noStrike" kern="120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+mn-cs"/>
                            </a:rPr>
                            <a:t>2.3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1" hangingPunct="1"/>
                          <a:r>
                            <a:rPr lang="en-US" altLang="ko-KR" sz="1100" b="0" i="0" u="none" strike="noStrike" kern="1200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+mn-cs"/>
                            </a:rPr>
                            <a:t>7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1" hangingPunct="1"/>
                          <a:r>
                            <a:rPr lang="en-US" sz="1100" b="0" i="0" u="none" strike="noStrike" kern="120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+mn-cs"/>
                            </a:rPr>
                            <a:t>PS2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/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1" hangingPunct="1"/>
                          <a:r>
                            <a:rPr lang="en-US" altLang="ko-KR" sz="1100" b="0" i="0" u="none" strike="noStrike" kern="120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+mn-cs"/>
                            </a:rPr>
                            <a:t>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4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43677887"/>
                      </a:ext>
                    </a:extLst>
                  </a:tr>
                  <a:tr h="209550"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1" hangingPunct="1"/>
                          <a:r>
                            <a:rPr lang="en-US" sz="1100" b="0" i="0" u="none" strike="noStrike" kern="120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+mn-cs"/>
                            </a:rPr>
                            <a:t>SN2464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1" hangingPunct="1"/>
                          <a:r>
                            <a:rPr lang="en-US" sz="1100" b="0" i="0" u="none" strike="noStrike" kern="120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+mn-cs"/>
                            </a:rPr>
                            <a:t>D193S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1" hangingPunct="1"/>
                          <a:r>
                            <a:rPr lang="en-US" altLang="ko-KR" sz="1100" b="0" i="0" u="none" strike="noStrike" kern="120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+mn-cs"/>
                            </a:rPr>
                            <a:t>8.4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1" hangingPunct="1"/>
                          <a:r>
                            <a:rPr lang="en-US" altLang="ko-KR" sz="1100" b="0" i="0" u="none" strike="noStrike" kern="120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+mn-cs"/>
                            </a:rPr>
                            <a:t>4.8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1" hangingPunct="1"/>
                          <a:r>
                            <a:rPr lang="en-US" altLang="ko-KR" sz="1100" b="0" i="0" u="none" strike="noStrike" kern="120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+mn-cs"/>
                            </a:rPr>
                            <a:t>2.3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1" hangingPunct="1"/>
                          <a:r>
                            <a:rPr lang="en-US" altLang="ko-KR" sz="1100" b="0" i="0" u="none" strike="noStrike" kern="120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+mn-cs"/>
                            </a:rPr>
                            <a:t>7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1" hangingPunct="1"/>
                          <a:r>
                            <a:rPr lang="en-US" sz="1100" b="0" i="0" u="none" strike="noStrike" kern="120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+mn-cs"/>
                            </a:rPr>
                            <a:t>PS3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/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1" hangingPunct="1"/>
                          <a:r>
                            <a:rPr lang="en-US" altLang="ko-KR" sz="1100" b="0" i="0" u="none" strike="noStrike" kern="120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+mn-cs"/>
                            </a:rPr>
                            <a:t>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738977408"/>
                      </a:ext>
                    </a:extLst>
                  </a:tr>
                  <a:tr h="209550"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1" hangingPunct="1"/>
                          <a:r>
                            <a:rPr lang="en-US" sz="1100" b="0" i="0" u="none" strike="noStrike" kern="120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+mn-cs"/>
                            </a:rPr>
                            <a:t>SN2464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1" hangingPunct="1"/>
                          <a:r>
                            <a:rPr lang="en-US" sz="1100" b="0" i="0" u="none" strike="noStrike" kern="120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+mn-cs"/>
                            </a:rPr>
                            <a:t>D192S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1" hangingPunct="1"/>
                          <a:r>
                            <a:rPr lang="en-US" altLang="ko-KR" sz="1100" b="0" i="0" u="none" strike="noStrike" kern="120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+mn-cs"/>
                            </a:rPr>
                            <a:t>7.5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1" hangingPunct="1"/>
                          <a:r>
                            <a:rPr lang="en-US" altLang="ko-KR" sz="1100" b="0" i="0" u="none" strike="noStrike" kern="120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+mn-cs"/>
                            </a:rPr>
                            <a:t>4.8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1" hangingPunct="1"/>
                          <a:r>
                            <a:rPr lang="en-US" altLang="ko-KR" sz="1100" b="0" i="0" u="none" strike="noStrike" kern="120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+mn-cs"/>
                            </a:rPr>
                            <a:t>2.3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1" hangingPunct="1"/>
                          <a:r>
                            <a:rPr lang="en-US" altLang="ko-KR" sz="1100" b="0" i="0" u="none" strike="noStrike" kern="120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+mn-cs"/>
                            </a:rPr>
                            <a:t>8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1" hangingPunct="1"/>
                          <a:r>
                            <a:rPr lang="en-US" sz="1100" b="0" i="0" u="none" strike="noStrike" kern="1200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+mn-cs"/>
                            </a:rPr>
                            <a:t>RD105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/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1" hangingPunct="1"/>
                          <a:r>
                            <a:rPr lang="en-US" altLang="ko-KR" sz="1100" b="0" i="0" u="none" strike="noStrike" kern="120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+mn-cs"/>
                            </a:rPr>
                            <a:t>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6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720022952"/>
                      </a:ext>
                    </a:extLst>
                  </a:tr>
                  <a:tr h="209550"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1" hangingPunct="1"/>
                          <a:r>
                            <a:rPr lang="en-US" sz="1100" b="0" i="0" u="none" strike="noStrike" kern="120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+mn-cs"/>
                            </a:rPr>
                            <a:t>SN2464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1" hangingPunct="1"/>
                          <a:r>
                            <a:rPr lang="en-US" sz="1100" b="0" i="0" u="none" strike="noStrike" kern="120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+mn-cs"/>
                            </a:rPr>
                            <a:t>D191S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1" hangingPunct="1"/>
                          <a:r>
                            <a:rPr lang="en-US" altLang="ko-KR" sz="1100" b="0" i="0" u="none" strike="noStrike" kern="120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+mn-cs"/>
                            </a:rPr>
                            <a:t>8.5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1" hangingPunct="1"/>
                          <a:r>
                            <a:rPr lang="en-US" altLang="ko-KR" sz="1100" b="0" i="0" u="none" strike="noStrike" kern="120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+mn-cs"/>
                            </a:rPr>
                            <a:t>4.8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1" hangingPunct="1"/>
                          <a:r>
                            <a:rPr lang="en-US" altLang="ko-KR" sz="1100" b="0" i="0" u="none" strike="noStrike" kern="120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+mn-cs"/>
                            </a:rPr>
                            <a:t>2.3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1" hangingPunct="1"/>
                          <a:r>
                            <a:rPr lang="en-US" altLang="ko-KR" sz="1100" b="0" i="0" u="none" strike="noStrike" kern="120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+mn-cs"/>
                            </a:rPr>
                            <a:t>7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1" hangingPunct="1"/>
                          <a:r>
                            <a:rPr lang="en-US" sz="1100" b="0" i="0" u="none" strike="noStrike" kern="120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+mn-cs"/>
                            </a:rPr>
                            <a:t>PS3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/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1" hangingPunct="1"/>
                          <a:r>
                            <a:rPr lang="en-US" altLang="ko-KR" sz="1100" b="0" i="0" u="none" strike="noStrike" kern="1200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+mn-cs"/>
                            </a:rPr>
                            <a:t>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7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904784006"/>
                      </a:ext>
                    </a:extLst>
                  </a:tr>
                  <a:tr h="209550"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1" hangingPunct="1"/>
                          <a:r>
                            <a:rPr lang="en-US" sz="1100" b="0" i="0" u="none" strike="noStrike" kern="120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+mn-cs"/>
                            </a:rPr>
                            <a:t>SN2612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1" hangingPunct="1"/>
                          <a:r>
                            <a:rPr lang="en-US" sz="1100" b="0" i="0" u="none" strike="noStrike" kern="120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+mn-cs"/>
                            </a:rPr>
                            <a:t>D401S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1" hangingPunct="1"/>
                          <a:r>
                            <a:rPr lang="en-US" altLang="ko-KR" sz="1100" b="0" i="0" u="none" strike="noStrike" kern="120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+mn-cs"/>
                            </a:rPr>
                            <a:t>17.3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1" hangingPunct="1"/>
                          <a:r>
                            <a:rPr lang="en-US" altLang="ko-KR" sz="1100" b="0" i="0" u="none" strike="noStrike" kern="120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+mn-cs"/>
                            </a:rPr>
                            <a:t>13.8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1" hangingPunct="1"/>
                          <a:r>
                            <a:rPr lang="en-US" altLang="ko-KR" sz="1100" b="0" i="0" u="none" strike="noStrike" kern="120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+mn-cs"/>
                            </a:rPr>
                            <a:t>4.1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1" hangingPunct="1"/>
                          <a:r>
                            <a:rPr lang="en-US" altLang="ko-KR" sz="1100" b="0" i="0" u="none" strike="noStrike" kern="120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+mn-cs"/>
                            </a:rPr>
                            <a:t>37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1" hangingPunct="1"/>
                          <a:r>
                            <a:rPr lang="en-US" sz="1100" b="0" i="0" u="none" strike="noStrike" kern="1200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+mn-cs"/>
                            </a:rPr>
                            <a:t>3J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/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1" hangingPunct="1"/>
                          <a:r>
                            <a:rPr lang="en-US" altLang="ko-KR" sz="1100" b="0" i="0" u="none" strike="noStrike" kern="120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+mn-cs"/>
                            </a:rPr>
                            <a:t>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8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873559178"/>
                      </a:ext>
                    </a:extLst>
                  </a:tr>
                  <a:tr h="209550"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1" hangingPunct="1"/>
                          <a:r>
                            <a:rPr lang="en-US" sz="1100" b="0" i="0" u="none" strike="noStrike" kern="120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+mn-cs"/>
                            </a:rPr>
                            <a:t>SN2607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1" hangingPunct="1"/>
                          <a:r>
                            <a:rPr lang="en-US" sz="1100" b="0" i="0" u="none" strike="noStrike" kern="120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+mn-cs"/>
                            </a:rPr>
                            <a:t>D320P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1" hangingPunct="1"/>
                          <a:r>
                            <a:rPr lang="en-US" altLang="ko-KR" sz="1100" b="0" i="0" u="none" strike="noStrike" kern="120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+mn-cs"/>
                            </a:rPr>
                            <a:t>16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1" hangingPunct="1"/>
                          <a:r>
                            <a:rPr lang="en-US" altLang="ko-KR" sz="1100" b="0" i="0" u="none" strike="noStrike" kern="120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+mn-cs"/>
                            </a:rPr>
                            <a:t>13.5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1" hangingPunct="1"/>
                          <a:r>
                            <a:rPr lang="en-US" altLang="ko-KR" sz="1100" b="0" i="0" u="none" strike="noStrike" kern="120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+mn-cs"/>
                            </a:rPr>
                            <a:t>4.4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1" hangingPunct="1"/>
                          <a:r>
                            <a:rPr lang="en-US" altLang="ko-KR" sz="1100" b="0" i="0" u="none" strike="noStrike" kern="120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+mn-cs"/>
                            </a:rPr>
                            <a:t>25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1" hangingPunct="1"/>
                          <a:r>
                            <a:rPr lang="en-US" sz="1100" b="0" i="0" u="none" strike="noStrike" kern="120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+mn-cs"/>
                            </a:rPr>
                            <a:t>OA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/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1" hangingPunct="1"/>
                          <a:r>
                            <a:rPr lang="en-US" altLang="ko-KR" sz="1100" b="0" i="0" u="none" strike="noStrike" kern="120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+mn-cs"/>
                            </a:rPr>
                            <a:t>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9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520932873"/>
                      </a:ext>
                    </a:extLst>
                  </a:tr>
                  <a:tr h="209550"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1" hangingPunct="1"/>
                          <a:r>
                            <a:rPr lang="en-US" sz="1100" b="0" i="0" u="none" strike="noStrike" kern="120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+mn-cs"/>
                            </a:rPr>
                            <a:t>SN2598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1" hangingPunct="1"/>
                          <a:r>
                            <a:rPr lang="en-US" sz="1100" b="0" i="0" u="none" strike="noStrike" kern="120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+mn-cs"/>
                            </a:rPr>
                            <a:t>G140S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1" hangingPunct="1"/>
                          <a:r>
                            <a:rPr lang="en-US" altLang="ko-KR" sz="1100" b="0" i="0" u="none" strike="noStrike" kern="120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+mn-cs"/>
                            </a:rPr>
                            <a:t>14.7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1" hangingPunct="1"/>
                          <a:r>
                            <a:rPr lang="en-US" altLang="ko-KR" sz="1100" b="0" i="0" u="none" strike="noStrike" kern="120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+mn-cs"/>
                            </a:rPr>
                            <a:t>5.2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1" hangingPunct="1"/>
                          <a:r>
                            <a:rPr lang="en-US" altLang="ko-KR" sz="1100" b="0" i="0" u="none" strike="noStrike" kern="120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+mn-cs"/>
                            </a:rPr>
                            <a:t>5.3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1" hangingPunct="1"/>
                          <a:r>
                            <a:rPr lang="en-US" altLang="ko-KR" sz="1100" b="0" i="0" u="none" strike="noStrike" kern="120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+mn-cs"/>
                            </a:rPr>
                            <a:t>21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1" hangingPunct="1"/>
                          <a:r>
                            <a:rPr lang="en-US" sz="1100" b="0" i="0" u="none" strike="noStrike" kern="120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+mn-cs"/>
                            </a:rPr>
                            <a:t>OFD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/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10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561195878"/>
                      </a:ext>
                    </a:extLst>
                  </a:tr>
                  <a:tr h="209550"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1" hangingPunct="1"/>
                          <a:r>
                            <a:rPr lang="en-US" sz="1100" b="0" i="0" u="none" strike="noStrike" kern="1200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+mn-cs"/>
                            </a:rPr>
                            <a:t>SN2616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1" hangingPunct="1"/>
                          <a:r>
                            <a:rPr lang="en-US" sz="1100" b="0" i="0" u="none" strike="noStrike" kern="1200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+mn-cs"/>
                            </a:rPr>
                            <a:t>S360S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1" hangingPunct="1"/>
                          <a:r>
                            <a:rPr lang="en-US" altLang="ko-KR" sz="1100" b="0" i="0" u="none" strike="noStrike" kern="120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+mn-cs"/>
                            </a:rPr>
                            <a:t>12.7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1" hangingPunct="1"/>
                          <a:r>
                            <a:rPr lang="en-US" altLang="ko-KR" sz="1100" b="0" i="0" u="none" strike="noStrike" kern="120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+mn-cs"/>
                            </a:rPr>
                            <a:t>6.9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1" hangingPunct="1"/>
                          <a:r>
                            <a:rPr lang="en-US" altLang="ko-KR" sz="1100" b="0" i="0" u="none" strike="noStrike" kern="1200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+mn-cs"/>
                            </a:rPr>
                            <a:t>7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1" hangingPunct="1"/>
                          <a:r>
                            <a:rPr lang="en-US" altLang="ko-KR" sz="1100" b="0" i="0" u="none" strike="noStrike" kern="120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+mn-cs"/>
                            </a:rPr>
                            <a:t>15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1" hangingPunct="1"/>
                          <a:r>
                            <a:rPr lang="en-US" sz="1100" b="0" i="0" u="none" strike="noStrike" kern="1200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+mn-cs"/>
                            </a:rPr>
                            <a:t>OC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dirty="0"/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11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713084357"/>
                      </a:ext>
                    </a:extLst>
                  </a:tr>
                  <a:tr h="419100">
                    <a:tc gridSpan="10">
                      <a:txBody>
                        <a:bodyPr/>
                        <a:lstStyle/>
                        <a:p>
                          <a:pPr marL="0" algn="ctr" defTabSz="914400" rtl="0" eaLnBrk="1" fontAlgn="ctr" latinLnBrk="1" hangingPunct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100" b="0" i="1" u="none" strike="noStrike" kern="120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1100" b="0" i="0" u="none" strike="noStrike" kern="1200" dirty="0">
                            <a:solidFill>
                              <a:srgbClr val="000000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+mn-cs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marL="0" algn="ctr" defTabSz="914400" rtl="0" eaLnBrk="1" fontAlgn="ctr" latinLnBrk="1" hangingPunct="1"/>
                          <a:endParaRPr lang="en-US" sz="1100" b="0" i="0" u="none" strike="noStrike" kern="1200" dirty="0">
                            <a:solidFill>
                              <a:srgbClr val="000000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+mn-cs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marL="0" algn="ctr" defTabSz="914400" rtl="0" eaLnBrk="1" fontAlgn="ctr" latinLnBrk="1" hangingPunct="1"/>
                          <a:endParaRPr lang="en-US" altLang="ko-KR" sz="1100" b="0" i="0" u="none" strike="noStrike" kern="1200">
                            <a:solidFill>
                              <a:srgbClr val="000000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+mn-cs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marL="0" algn="ctr" defTabSz="914400" rtl="0" eaLnBrk="1" fontAlgn="ctr" latinLnBrk="1" hangingPunct="1"/>
                          <a:endParaRPr lang="en-US" altLang="ko-KR" sz="1100" b="0" i="0" u="none" strike="noStrike" kern="1200">
                            <a:solidFill>
                              <a:srgbClr val="000000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+mn-cs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marL="0" algn="ctr" defTabSz="914400" rtl="0" eaLnBrk="1" fontAlgn="ctr" latinLnBrk="1" hangingPunct="1"/>
                          <a:endParaRPr lang="en-US" altLang="ko-KR" sz="1100" b="0" i="0" u="none" strike="noStrike" kern="1200" dirty="0">
                            <a:solidFill>
                              <a:srgbClr val="000000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+mn-cs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marL="0" algn="ctr" defTabSz="914400" rtl="0" eaLnBrk="1" fontAlgn="ctr" latinLnBrk="1" hangingPunct="1"/>
                          <a:endParaRPr lang="en-US" altLang="ko-KR" sz="1100" b="0" i="0" u="none" strike="noStrike" kern="1200">
                            <a:solidFill>
                              <a:srgbClr val="000000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+mn-cs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marL="0" algn="ctr" defTabSz="914400" rtl="0" eaLnBrk="1" fontAlgn="ctr" latinLnBrk="1" hangingPunct="1"/>
                          <a:endParaRPr lang="en-US" sz="1100" b="0" i="0" u="none" strike="noStrike" kern="1200" dirty="0">
                            <a:solidFill>
                              <a:srgbClr val="000000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+mn-cs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marL="0" algn="ctr" defTabSz="914400" rtl="0" eaLnBrk="1" fontAlgn="ctr" latinLnBrk="1" hangingPunct="1"/>
                          <a:endParaRPr lang="en-US" altLang="ko-KR" sz="1100" b="0" i="0" u="none" strike="noStrike" kern="1200">
                            <a:solidFill>
                              <a:srgbClr val="000000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+mn-cs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marL="0" algn="ctr" defTabSz="914400" rtl="0" eaLnBrk="1" fontAlgn="ctr" latinLnBrk="1" hangingPunct="1"/>
                          <a:endParaRPr lang="en-US" sz="1100" b="0" i="0" u="none" strike="noStrike" kern="1200" dirty="0">
                            <a:solidFill>
                              <a:srgbClr val="000000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+mn-cs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marL="0" algn="ctr" defTabSz="914400" rtl="0" eaLnBrk="1" fontAlgn="ctr" latinLnBrk="1" hangingPunct="1"/>
                          <a:endParaRPr lang="en-US" sz="1100" b="0" i="0" u="none" strike="noStrike" kern="1200" dirty="0">
                            <a:solidFill>
                              <a:srgbClr val="000000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+mn-cs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700503929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0" name="표 9">
                <a:extLst>
                  <a:ext uri="{FF2B5EF4-FFF2-40B4-BE49-F238E27FC236}">
                    <a16:creationId xmlns:a16="http://schemas.microsoft.com/office/drawing/2014/main" id="{57B47A8A-C5A4-2CDD-4DB3-DA37BCE1C7B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99140034"/>
                  </p:ext>
                </p:extLst>
              </p:nvPr>
            </p:nvGraphicFramePr>
            <p:xfrm>
              <a:off x="368230" y="3762644"/>
              <a:ext cx="7515225" cy="2933700"/>
            </p:xfrm>
            <a:graphic>
              <a:graphicData uri="http://schemas.openxmlformats.org/drawingml/2006/table">
                <a:tbl>
                  <a:tblPr/>
                  <a:tblGrid>
                    <a:gridCol w="685800">
                      <a:extLst>
                        <a:ext uri="{9D8B030D-6E8A-4147-A177-3AD203B41FA5}">
                          <a16:colId xmlns:a16="http://schemas.microsoft.com/office/drawing/2014/main" val="572585065"/>
                        </a:ext>
                      </a:extLst>
                    </a:gridCol>
                    <a:gridCol w="685800">
                      <a:extLst>
                        <a:ext uri="{9D8B030D-6E8A-4147-A177-3AD203B41FA5}">
                          <a16:colId xmlns:a16="http://schemas.microsoft.com/office/drawing/2014/main" val="2756139344"/>
                        </a:ext>
                      </a:extLst>
                    </a:gridCol>
                    <a:gridCol w="685800">
                      <a:extLst>
                        <a:ext uri="{9D8B030D-6E8A-4147-A177-3AD203B41FA5}">
                          <a16:colId xmlns:a16="http://schemas.microsoft.com/office/drawing/2014/main" val="1475371021"/>
                        </a:ext>
                      </a:extLst>
                    </a:gridCol>
                    <a:gridCol w="685800">
                      <a:extLst>
                        <a:ext uri="{9D8B030D-6E8A-4147-A177-3AD203B41FA5}">
                          <a16:colId xmlns:a16="http://schemas.microsoft.com/office/drawing/2014/main" val="1981942676"/>
                        </a:ext>
                      </a:extLst>
                    </a:gridCol>
                    <a:gridCol w="685800">
                      <a:extLst>
                        <a:ext uri="{9D8B030D-6E8A-4147-A177-3AD203B41FA5}">
                          <a16:colId xmlns:a16="http://schemas.microsoft.com/office/drawing/2014/main" val="2290465742"/>
                        </a:ext>
                      </a:extLst>
                    </a:gridCol>
                    <a:gridCol w="685800">
                      <a:extLst>
                        <a:ext uri="{9D8B030D-6E8A-4147-A177-3AD203B41FA5}">
                          <a16:colId xmlns:a16="http://schemas.microsoft.com/office/drawing/2014/main" val="1190102390"/>
                        </a:ext>
                      </a:extLst>
                    </a:gridCol>
                    <a:gridCol w="685800">
                      <a:extLst>
                        <a:ext uri="{9D8B030D-6E8A-4147-A177-3AD203B41FA5}">
                          <a16:colId xmlns:a16="http://schemas.microsoft.com/office/drawing/2014/main" val="3638289153"/>
                        </a:ext>
                      </a:extLst>
                    </a:gridCol>
                    <a:gridCol w="685800">
                      <a:extLst>
                        <a:ext uri="{9D8B030D-6E8A-4147-A177-3AD203B41FA5}">
                          <a16:colId xmlns:a16="http://schemas.microsoft.com/office/drawing/2014/main" val="2998207123"/>
                        </a:ext>
                      </a:extLst>
                    </a:gridCol>
                    <a:gridCol w="1343025">
                      <a:extLst>
                        <a:ext uri="{9D8B030D-6E8A-4147-A177-3AD203B41FA5}">
                          <a16:colId xmlns:a16="http://schemas.microsoft.com/office/drawing/2014/main" val="1210111121"/>
                        </a:ext>
                      </a:extLst>
                    </a:gridCol>
                    <a:gridCol w="685800">
                      <a:extLst>
                        <a:ext uri="{9D8B030D-6E8A-4147-A177-3AD203B41FA5}">
                          <a16:colId xmlns:a16="http://schemas.microsoft.com/office/drawing/2014/main" val="1901812776"/>
                        </a:ext>
                      </a:extLst>
                    </a:gridCol>
                  </a:tblGrid>
                  <a:tr h="209550"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1" hangingPunct="1"/>
                          <a:r>
                            <a:rPr lang="en-US" sz="1100" b="0" i="0" u="none" strike="noStrike" kern="1200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+mn-cs"/>
                            </a:rPr>
                            <a:t>PROJ_NO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1" hangingPunct="1"/>
                          <a:r>
                            <a:rPr lang="en-US" sz="1100" b="0" i="0" u="none" strike="noStrike" kern="1200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+mn-cs"/>
                            </a:rPr>
                            <a:t>BLK_NO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1" hangingPunct="1"/>
                          <a:r>
                            <a:rPr lang="en-US" sz="1100" b="0" i="0" u="none" strike="noStrike" kern="120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+mn-cs"/>
                            </a:rPr>
                            <a:t>LTH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1" hangingPunct="1"/>
                          <a:r>
                            <a:rPr lang="en-US" sz="1100" b="0" i="0" u="none" strike="noStrike" kern="120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+mn-cs"/>
                            </a:rPr>
                            <a:t>BTH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1" hangingPunct="1"/>
                          <a:r>
                            <a:rPr lang="en-US" sz="1100" b="0" i="0" u="none" strike="noStrike" kern="120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+mn-cs"/>
                            </a:rPr>
                            <a:t>HGT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1" hangingPunct="1"/>
                          <a:r>
                            <a:rPr lang="en-US" sz="1100" b="0" i="0" u="none" strike="noStrike" kern="120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+mn-cs"/>
                            </a:rPr>
                            <a:t>NET_WGT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1" hangingPunct="1"/>
                          <a:r>
                            <a:rPr lang="en-US" sz="1100" b="0" i="0" u="none" strike="noStrike" kern="120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+mn-cs"/>
                            </a:rPr>
                            <a:t>WKA_CD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rowSpan="12"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98230" t="-726" r="-296460" b="-171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CHECK_OUTFITTING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RANK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19876597"/>
                      </a:ext>
                    </a:extLst>
                  </a:tr>
                  <a:tr h="209550"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1" hangingPunct="1"/>
                          <a:r>
                            <a:rPr lang="en-US" sz="1100" b="0" i="0" u="none" strike="noStrike" kern="120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+mn-cs"/>
                            </a:rPr>
                            <a:t>SN2616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1" hangingPunct="1"/>
                          <a:r>
                            <a:rPr lang="en-US" sz="1100" b="0" i="0" u="none" strike="noStrike" kern="1200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+mn-cs"/>
                            </a:rPr>
                            <a:t>E410S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1" hangingPunct="1"/>
                          <a:r>
                            <a:rPr lang="en-US" altLang="ko-KR" sz="1100" b="0" i="0" u="none" strike="noStrike" kern="1200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+mn-cs"/>
                            </a:rPr>
                            <a:t>14.2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1" hangingPunct="1"/>
                          <a:r>
                            <a:rPr lang="en-US" altLang="ko-KR" sz="1100" b="0" i="0" u="none" strike="noStrike" kern="120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+mn-cs"/>
                            </a:rPr>
                            <a:t>17.5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1" hangingPunct="1"/>
                          <a:r>
                            <a:rPr lang="en-US" altLang="ko-KR" sz="1100" b="0" i="0" u="none" strike="noStrike" kern="120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+mn-cs"/>
                            </a:rPr>
                            <a:t>5.4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1" hangingPunct="1"/>
                          <a:r>
                            <a:rPr lang="en-US" altLang="ko-KR" sz="1100" b="0" i="0" u="none" strike="noStrike" kern="120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+mn-cs"/>
                            </a:rPr>
                            <a:t>42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1" hangingPunct="1"/>
                          <a:r>
                            <a:rPr lang="en-US" sz="1100" b="0" i="0" u="none" strike="noStrike" kern="120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+mn-cs"/>
                            </a:rPr>
                            <a:t>3R51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/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1" hangingPunct="1"/>
                          <a:r>
                            <a:rPr lang="en-US" altLang="ko-KR" sz="1100" b="0" i="0" u="none" strike="noStrike" kern="1200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+mn-cs"/>
                            </a:rPr>
                            <a:t>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49935378"/>
                      </a:ext>
                    </a:extLst>
                  </a:tr>
                  <a:tr h="209550"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1" hangingPunct="1"/>
                          <a:r>
                            <a:rPr lang="en-US" sz="1100" b="0" i="0" u="none" strike="noStrike" kern="120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+mn-cs"/>
                            </a:rPr>
                            <a:t>SN2612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1" hangingPunct="1"/>
                          <a:r>
                            <a:rPr lang="en-US" sz="1100" b="0" i="0" u="none" strike="noStrike" kern="120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+mn-cs"/>
                            </a:rPr>
                            <a:t>D730S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1" hangingPunct="1"/>
                          <a:r>
                            <a:rPr lang="en-US" altLang="ko-KR" sz="1100" b="0" i="0" u="none" strike="noStrike" kern="120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+mn-cs"/>
                            </a:rPr>
                            <a:t>18.5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1" hangingPunct="1"/>
                          <a:r>
                            <a:rPr lang="en-US" altLang="ko-KR" sz="1100" b="0" i="0" u="none" strike="noStrike" kern="120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+mn-cs"/>
                            </a:rPr>
                            <a:t>6.8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1" hangingPunct="1"/>
                          <a:r>
                            <a:rPr lang="en-US" altLang="ko-KR" sz="1100" b="0" i="0" u="none" strike="noStrike" kern="120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+mn-cs"/>
                            </a:rPr>
                            <a:t>6.2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1" hangingPunct="1"/>
                          <a:r>
                            <a:rPr lang="en-US" altLang="ko-KR" sz="1100" b="0" i="0" u="none" strike="noStrike" kern="120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+mn-cs"/>
                            </a:rPr>
                            <a:t>19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1" hangingPunct="1"/>
                          <a:r>
                            <a:rPr lang="en-US" sz="1100" b="0" i="0" u="none" strike="noStrike" kern="120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+mn-cs"/>
                            </a:rPr>
                            <a:t>PS2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/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1" hangingPunct="1"/>
                          <a:r>
                            <a:rPr lang="en-US" altLang="ko-KR" sz="1100" b="0" i="0" u="none" strike="noStrike" kern="120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+mn-cs"/>
                            </a:rPr>
                            <a:t>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2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874204429"/>
                      </a:ext>
                    </a:extLst>
                  </a:tr>
                  <a:tr h="209550"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1" hangingPunct="1"/>
                          <a:r>
                            <a:rPr lang="en-US" sz="1100" b="0" i="0" u="none" strike="noStrike" kern="120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+mn-cs"/>
                            </a:rPr>
                            <a:t>SN2464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1" hangingPunct="1"/>
                          <a:r>
                            <a:rPr lang="en-US" sz="1100" b="0" i="0" u="none" strike="noStrike" kern="120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+mn-cs"/>
                            </a:rPr>
                            <a:t>D194S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1" hangingPunct="1"/>
                          <a:r>
                            <a:rPr lang="en-US" altLang="ko-KR" sz="1100" b="0" i="0" u="none" strike="noStrike" kern="120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+mn-cs"/>
                            </a:rPr>
                            <a:t>7.6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1" hangingPunct="1"/>
                          <a:r>
                            <a:rPr lang="en-US" altLang="ko-KR" sz="1100" b="0" i="0" u="none" strike="noStrike" kern="1200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+mn-cs"/>
                            </a:rPr>
                            <a:t>4.8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1" hangingPunct="1"/>
                          <a:r>
                            <a:rPr lang="en-US" altLang="ko-KR" sz="1100" b="0" i="0" u="none" strike="noStrike" kern="120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+mn-cs"/>
                            </a:rPr>
                            <a:t>2.3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1" hangingPunct="1"/>
                          <a:r>
                            <a:rPr lang="en-US" altLang="ko-KR" sz="1100" b="0" i="0" u="none" strike="noStrike" kern="120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+mn-cs"/>
                            </a:rPr>
                            <a:t>8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1" hangingPunct="1"/>
                          <a:r>
                            <a:rPr lang="en-US" sz="1100" b="0" i="0" u="none" strike="noStrike" kern="120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+mn-cs"/>
                            </a:rPr>
                            <a:t>PS2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/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1" hangingPunct="1"/>
                          <a:r>
                            <a:rPr lang="en-US" altLang="ko-KR" sz="1100" b="0" i="0" u="none" strike="noStrike" kern="1200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+mn-cs"/>
                            </a:rPr>
                            <a:t>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228939442"/>
                      </a:ext>
                    </a:extLst>
                  </a:tr>
                  <a:tr h="209550"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1" hangingPunct="1"/>
                          <a:r>
                            <a:rPr lang="en-US" sz="1100" b="0" i="0" u="none" strike="noStrike" kern="120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+mn-cs"/>
                            </a:rPr>
                            <a:t>SN2464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1" hangingPunct="1"/>
                          <a:r>
                            <a:rPr lang="en-US" sz="1100" b="0" i="0" u="none" strike="noStrike" kern="120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+mn-cs"/>
                            </a:rPr>
                            <a:t>D194P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1" hangingPunct="1"/>
                          <a:r>
                            <a:rPr lang="en-US" altLang="ko-KR" sz="1100" b="0" i="0" u="none" strike="noStrike" kern="120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+mn-cs"/>
                            </a:rPr>
                            <a:t>8.4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1" hangingPunct="1"/>
                          <a:r>
                            <a:rPr lang="en-US" altLang="ko-KR" sz="1100" b="0" i="0" u="none" strike="noStrike" kern="120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+mn-cs"/>
                            </a:rPr>
                            <a:t>4.8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1" hangingPunct="1"/>
                          <a:r>
                            <a:rPr lang="en-US" altLang="ko-KR" sz="1100" b="0" i="0" u="none" strike="noStrike" kern="120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+mn-cs"/>
                            </a:rPr>
                            <a:t>2.3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1" hangingPunct="1"/>
                          <a:r>
                            <a:rPr lang="en-US" altLang="ko-KR" sz="1100" b="0" i="0" u="none" strike="noStrike" kern="1200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+mn-cs"/>
                            </a:rPr>
                            <a:t>7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1" hangingPunct="1"/>
                          <a:r>
                            <a:rPr lang="en-US" sz="1100" b="0" i="0" u="none" strike="noStrike" kern="120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+mn-cs"/>
                            </a:rPr>
                            <a:t>PS2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/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1" hangingPunct="1"/>
                          <a:r>
                            <a:rPr lang="en-US" altLang="ko-KR" sz="1100" b="0" i="0" u="none" strike="noStrike" kern="120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+mn-cs"/>
                            </a:rPr>
                            <a:t>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4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43677887"/>
                      </a:ext>
                    </a:extLst>
                  </a:tr>
                  <a:tr h="209550"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1" hangingPunct="1"/>
                          <a:r>
                            <a:rPr lang="en-US" sz="1100" b="0" i="0" u="none" strike="noStrike" kern="120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+mn-cs"/>
                            </a:rPr>
                            <a:t>SN2464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1" hangingPunct="1"/>
                          <a:r>
                            <a:rPr lang="en-US" sz="1100" b="0" i="0" u="none" strike="noStrike" kern="120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+mn-cs"/>
                            </a:rPr>
                            <a:t>D193S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1" hangingPunct="1"/>
                          <a:r>
                            <a:rPr lang="en-US" altLang="ko-KR" sz="1100" b="0" i="0" u="none" strike="noStrike" kern="120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+mn-cs"/>
                            </a:rPr>
                            <a:t>8.4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1" hangingPunct="1"/>
                          <a:r>
                            <a:rPr lang="en-US" altLang="ko-KR" sz="1100" b="0" i="0" u="none" strike="noStrike" kern="120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+mn-cs"/>
                            </a:rPr>
                            <a:t>4.8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1" hangingPunct="1"/>
                          <a:r>
                            <a:rPr lang="en-US" altLang="ko-KR" sz="1100" b="0" i="0" u="none" strike="noStrike" kern="120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+mn-cs"/>
                            </a:rPr>
                            <a:t>2.3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1" hangingPunct="1"/>
                          <a:r>
                            <a:rPr lang="en-US" altLang="ko-KR" sz="1100" b="0" i="0" u="none" strike="noStrike" kern="120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+mn-cs"/>
                            </a:rPr>
                            <a:t>7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1" hangingPunct="1"/>
                          <a:r>
                            <a:rPr lang="en-US" sz="1100" b="0" i="0" u="none" strike="noStrike" kern="120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+mn-cs"/>
                            </a:rPr>
                            <a:t>PS3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/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1" hangingPunct="1"/>
                          <a:r>
                            <a:rPr lang="en-US" altLang="ko-KR" sz="1100" b="0" i="0" u="none" strike="noStrike" kern="120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+mn-cs"/>
                            </a:rPr>
                            <a:t>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738977408"/>
                      </a:ext>
                    </a:extLst>
                  </a:tr>
                  <a:tr h="209550"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1" hangingPunct="1"/>
                          <a:r>
                            <a:rPr lang="en-US" sz="1100" b="0" i="0" u="none" strike="noStrike" kern="120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+mn-cs"/>
                            </a:rPr>
                            <a:t>SN2464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1" hangingPunct="1"/>
                          <a:r>
                            <a:rPr lang="en-US" sz="1100" b="0" i="0" u="none" strike="noStrike" kern="120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+mn-cs"/>
                            </a:rPr>
                            <a:t>D192S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1" hangingPunct="1"/>
                          <a:r>
                            <a:rPr lang="en-US" altLang="ko-KR" sz="1100" b="0" i="0" u="none" strike="noStrike" kern="120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+mn-cs"/>
                            </a:rPr>
                            <a:t>7.5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1" hangingPunct="1"/>
                          <a:r>
                            <a:rPr lang="en-US" altLang="ko-KR" sz="1100" b="0" i="0" u="none" strike="noStrike" kern="120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+mn-cs"/>
                            </a:rPr>
                            <a:t>4.8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1" hangingPunct="1"/>
                          <a:r>
                            <a:rPr lang="en-US" altLang="ko-KR" sz="1100" b="0" i="0" u="none" strike="noStrike" kern="120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+mn-cs"/>
                            </a:rPr>
                            <a:t>2.3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1" hangingPunct="1"/>
                          <a:r>
                            <a:rPr lang="en-US" altLang="ko-KR" sz="1100" b="0" i="0" u="none" strike="noStrike" kern="120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+mn-cs"/>
                            </a:rPr>
                            <a:t>8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1" hangingPunct="1"/>
                          <a:r>
                            <a:rPr lang="en-US" sz="1100" b="0" i="0" u="none" strike="noStrike" kern="1200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+mn-cs"/>
                            </a:rPr>
                            <a:t>RD105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/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1" hangingPunct="1"/>
                          <a:r>
                            <a:rPr lang="en-US" altLang="ko-KR" sz="1100" b="0" i="0" u="none" strike="noStrike" kern="120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+mn-cs"/>
                            </a:rPr>
                            <a:t>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6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720022952"/>
                      </a:ext>
                    </a:extLst>
                  </a:tr>
                  <a:tr h="209550"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1" hangingPunct="1"/>
                          <a:r>
                            <a:rPr lang="en-US" sz="1100" b="0" i="0" u="none" strike="noStrike" kern="120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+mn-cs"/>
                            </a:rPr>
                            <a:t>SN2464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1" hangingPunct="1"/>
                          <a:r>
                            <a:rPr lang="en-US" sz="1100" b="0" i="0" u="none" strike="noStrike" kern="120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+mn-cs"/>
                            </a:rPr>
                            <a:t>D191S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1" hangingPunct="1"/>
                          <a:r>
                            <a:rPr lang="en-US" altLang="ko-KR" sz="1100" b="0" i="0" u="none" strike="noStrike" kern="120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+mn-cs"/>
                            </a:rPr>
                            <a:t>8.5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1" hangingPunct="1"/>
                          <a:r>
                            <a:rPr lang="en-US" altLang="ko-KR" sz="1100" b="0" i="0" u="none" strike="noStrike" kern="120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+mn-cs"/>
                            </a:rPr>
                            <a:t>4.8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1" hangingPunct="1"/>
                          <a:r>
                            <a:rPr lang="en-US" altLang="ko-KR" sz="1100" b="0" i="0" u="none" strike="noStrike" kern="120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+mn-cs"/>
                            </a:rPr>
                            <a:t>2.3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1" hangingPunct="1"/>
                          <a:r>
                            <a:rPr lang="en-US" altLang="ko-KR" sz="1100" b="0" i="0" u="none" strike="noStrike" kern="120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+mn-cs"/>
                            </a:rPr>
                            <a:t>7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1" hangingPunct="1"/>
                          <a:r>
                            <a:rPr lang="en-US" sz="1100" b="0" i="0" u="none" strike="noStrike" kern="120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+mn-cs"/>
                            </a:rPr>
                            <a:t>PS3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/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1" hangingPunct="1"/>
                          <a:r>
                            <a:rPr lang="en-US" altLang="ko-KR" sz="1100" b="0" i="0" u="none" strike="noStrike" kern="1200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+mn-cs"/>
                            </a:rPr>
                            <a:t>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7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904784006"/>
                      </a:ext>
                    </a:extLst>
                  </a:tr>
                  <a:tr h="209550"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1" hangingPunct="1"/>
                          <a:r>
                            <a:rPr lang="en-US" sz="1100" b="0" i="0" u="none" strike="noStrike" kern="120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+mn-cs"/>
                            </a:rPr>
                            <a:t>SN2612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1" hangingPunct="1"/>
                          <a:r>
                            <a:rPr lang="en-US" sz="1100" b="0" i="0" u="none" strike="noStrike" kern="120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+mn-cs"/>
                            </a:rPr>
                            <a:t>D401S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1" hangingPunct="1"/>
                          <a:r>
                            <a:rPr lang="en-US" altLang="ko-KR" sz="1100" b="0" i="0" u="none" strike="noStrike" kern="120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+mn-cs"/>
                            </a:rPr>
                            <a:t>17.3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1" hangingPunct="1"/>
                          <a:r>
                            <a:rPr lang="en-US" altLang="ko-KR" sz="1100" b="0" i="0" u="none" strike="noStrike" kern="120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+mn-cs"/>
                            </a:rPr>
                            <a:t>13.8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1" hangingPunct="1"/>
                          <a:r>
                            <a:rPr lang="en-US" altLang="ko-KR" sz="1100" b="0" i="0" u="none" strike="noStrike" kern="120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+mn-cs"/>
                            </a:rPr>
                            <a:t>4.1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1" hangingPunct="1"/>
                          <a:r>
                            <a:rPr lang="en-US" altLang="ko-KR" sz="1100" b="0" i="0" u="none" strike="noStrike" kern="120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+mn-cs"/>
                            </a:rPr>
                            <a:t>37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1" hangingPunct="1"/>
                          <a:r>
                            <a:rPr lang="en-US" sz="1100" b="0" i="0" u="none" strike="noStrike" kern="1200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+mn-cs"/>
                            </a:rPr>
                            <a:t>3J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/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1" hangingPunct="1"/>
                          <a:r>
                            <a:rPr lang="en-US" altLang="ko-KR" sz="1100" b="0" i="0" u="none" strike="noStrike" kern="120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+mn-cs"/>
                            </a:rPr>
                            <a:t>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8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873559178"/>
                      </a:ext>
                    </a:extLst>
                  </a:tr>
                  <a:tr h="209550"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1" hangingPunct="1"/>
                          <a:r>
                            <a:rPr lang="en-US" sz="1100" b="0" i="0" u="none" strike="noStrike" kern="120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+mn-cs"/>
                            </a:rPr>
                            <a:t>SN2607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1" hangingPunct="1"/>
                          <a:r>
                            <a:rPr lang="en-US" sz="1100" b="0" i="0" u="none" strike="noStrike" kern="120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+mn-cs"/>
                            </a:rPr>
                            <a:t>D320P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1" hangingPunct="1"/>
                          <a:r>
                            <a:rPr lang="en-US" altLang="ko-KR" sz="1100" b="0" i="0" u="none" strike="noStrike" kern="120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+mn-cs"/>
                            </a:rPr>
                            <a:t>16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1" hangingPunct="1"/>
                          <a:r>
                            <a:rPr lang="en-US" altLang="ko-KR" sz="1100" b="0" i="0" u="none" strike="noStrike" kern="120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+mn-cs"/>
                            </a:rPr>
                            <a:t>13.5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1" hangingPunct="1"/>
                          <a:r>
                            <a:rPr lang="en-US" altLang="ko-KR" sz="1100" b="0" i="0" u="none" strike="noStrike" kern="120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+mn-cs"/>
                            </a:rPr>
                            <a:t>4.4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1" hangingPunct="1"/>
                          <a:r>
                            <a:rPr lang="en-US" altLang="ko-KR" sz="1100" b="0" i="0" u="none" strike="noStrike" kern="120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+mn-cs"/>
                            </a:rPr>
                            <a:t>25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1" hangingPunct="1"/>
                          <a:r>
                            <a:rPr lang="en-US" sz="1100" b="0" i="0" u="none" strike="noStrike" kern="120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+mn-cs"/>
                            </a:rPr>
                            <a:t>OA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/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1" hangingPunct="1"/>
                          <a:r>
                            <a:rPr lang="en-US" altLang="ko-KR" sz="1100" b="0" i="0" u="none" strike="noStrike" kern="120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+mn-cs"/>
                            </a:rPr>
                            <a:t>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9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520932873"/>
                      </a:ext>
                    </a:extLst>
                  </a:tr>
                  <a:tr h="209550"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1" hangingPunct="1"/>
                          <a:r>
                            <a:rPr lang="en-US" sz="1100" b="0" i="0" u="none" strike="noStrike" kern="120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+mn-cs"/>
                            </a:rPr>
                            <a:t>SN2598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1" hangingPunct="1"/>
                          <a:r>
                            <a:rPr lang="en-US" sz="1100" b="0" i="0" u="none" strike="noStrike" kern="120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+mn-cs"/>
                            </a:rPr>
                            <a:t>G140S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1" hangingPunct="1"/>
                          <a:r>
                            <a:rPr lang="en-US" altLang="ko-KR" sz="1100" b="0" i="0" u="none" strike="noStrike" kern="120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+mn-cs"/>
                            </a:rPr>
                            <a:t>14.7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1" hangingPunct="1"/>
                          <a:r>
                            <a:rPr lang="en-US" altLang="ko-KR" sz="1100" b="0" i="0" u="none" strike="noStrike" kern="120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+mn-cs"/>
                            </a:rPr>
                            <a:t>5.2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1" hangingPunct="1"/>
                          <a:r>
                            <a:rPr lang="en-US" altLang="ko-KR" sz="1100" b="0" i="0" u="none" strike="noStrike" kern="120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+mn-cs"/>
                            </a:rPr>
                            <a:t>5.3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1" hangingPunct="1"/>
                          <a:r>
                            <a:rPr lang="en-US" altLang="ko-KR" sz="1100" b="0" i="0" u="none" strike="noStrike" kern="120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+mn-cs"/>
                            </a:rPr>
                            <a:t>21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1" hangingPunct="1"/>
                          <a:r>
                            <a:rPr lang="en-US" sz="1100" b="0" i="0" u="none" strike="noStrike" kern="120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+mn-cs"/>
                            </a:rPr>
                            <a:t>OFD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/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10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561195878"/>
                      </a:ext>
                    </a:extLst>
                  </a:tr>
                  <a:tr h="209550"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1" hangingPunct="1"/>
                          <a:r>
                            <a:rPr lang="en-US" sz="1100" b="0" i="0" u="none" strike="noStrike" kern="1200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+mn-cs"/>
                            </a:rPr>
                            <a:t>SN2616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1" hangingPunct="1"/>
                          <a:r>
                            <a:rPr lang="en-US" sz="1100" b="0" i="0" u="none" strike="noStrike" kern="1200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+mn-cs"/>
                            </a:rPr>
                            <a:t>S360S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1" hangingPunct="1"/>
                          <a:r>
                            <a:rPr lang="en-US" altLang="ko-KR" sz="1100" b="0" i="0" u="none" strike="noStrike" kern="120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+mn-cs"/>
                            </a:rPr>
                            <a:t>12.7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1" hangingPunct="1"/>
                          <a:r>
                            <a:rPr lang="en-US" altLang="ko-KR" sz="1100" b="0" i="0" u="none" strike="noStrike" kern="120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+mn-cs"/>
                            </a:rPr>
                            <a:t>6.9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1" hangingPunct="1"/>
                          <a:r>
                            <a:rPr lang="en-US" altLang="ko-KR" sz="1100" b="0" i="0" u="none" strike="noStrike" kern="1200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+mn-cs"/>
                            </a:rPr>
                            <a:t>7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1" hangingPunct="1"/>
                          <a:r>
                            <a:rPr lang="en-US" altLang="ko-KR" sz="1100" b="0" i="0" u="none" strike="noStrike" kern="120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+mn-cs"/>
                            </a:rPr>
                            <a:t>15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ctr" latinLnBrk="1" hangingPunct="1"/>
                          <a:r>
                            <a:rPr lang="en-US" sz="1100" b="0" i="0" u="none" strike="noStrike" kern="1200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  <a:cs typeface="+mn-cs"/>
                            </a:rPr>
                            <a:t>OC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vMerge="1">
                      <a:txBody>
                        <a:bodyPr/>
                        <a:lstStyle/>
                        <a:p>
                          <a:endParaRPr dirty="0"/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11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713084357"/>
                      </a:ext>
                    </a:extLst>
                  </a:tr>
                  <a:tr h="419100">
                    <a:tc gridSpan="10"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81" t="-602899" r="-162" b="-2899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algn="ctr" defTabSz="914400" rtl="0" eaLnBrk="1" fontAlgn="ctr" latinLnBrk="1" hangingPunct="1"/>
                          <a:endParaRPr lang="en-US" sz="1100" b="0" i="0" u="none" strike="noStrike" kern="1200" dirty="0">
                            <a:solidFill>
                              <a:srgbClr val="000000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+mn-cs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marL="0" algn="ctr" defTabSz="914400" rtl="0" eaLnBrk="1" fontAlgn="ctr" latinLnBrk="1" hangingPunct="1"/>
                          <a:endParaRPr lang="en-US" altLang="ko-KR" sz="1100" b="0" i="0" u="none" strike="noStrike" kern="1200">
                            <a:solidFill>
                              <a:srgbClr val="000000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+mn-cs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marL="0" algn="ctr" defTabSz="914400" rtl="0" eaLnBrk="1" fontAlgn="ctr" latinLnBrk="1" hangingPunct="1"/>
                          <a:endParaRPr lang="en-US" altLang="ko-KR" sz="1100" b="0" i="0" u="none" strike="noStrike" kern="1200">
                            <a:solidFill>
                              <a:srgbClr val="000000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+mn-cs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marL="0" algn="ctr" defTabSz="914400" rtl="0" eaLnBrk="1" fontAlgn="ctr" latinLnBrk="1" hangingPunct="1"/>
                          <a:endParaRPr lang="en-US" altLang="ko-KR" sz="1100" b="0" i="0" u="none" strike="noStrike" kern="1200" dirty="0">
                            <a:solidFill>
                              <a:srgbClr val="000000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+mn-cs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marL="0" algn="ctr" defTabSz="914400" rtl="0" eaLnBrk="1" fontAlgn="ctr" latinLnBrk="1" hangingPunct="1"/>
                          <a:endParaRPr lang="en-US" altLang="ko-KR" sz="1100" b="0" i="0" u="none" strike="noStrike" kern="1200">
                            <a:solidFill>
                              <a:srgbClr val="000000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+mn-cs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marL="0" algn="ctr" defTabSz="914400" rtl="0" eaLnBrk="1" fontAlgn="ctr" latinLnBrk="1" hangingPunct="1"/>
                          <a:endParaRPr lang="en-US" sz="1100" b="0" i="0" u="none" strike="noStrike" kern="1200" dirty="0">
                            <a:solidFill>
                              <a:srgbClr val="000000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+mn-cs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marL="0" algn="ctr" defTabSz="914400" rtl="0" eaLnBrk="1" fontAlgn="ctr" latinLnBrk="1" hangingPunct="1"/>
                          <a:endParaRPr lang="en-US" altLang="ko-KR" sz="1100" b="0" i="0" u="none" strike="noStrike" kern="1200">
                            <a:solidFill>
                              <a:srgbClr val="000000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+mn-cs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marL="0" algn="ctr" defTabSz="914400" rtl="0" eaLnBrk="1" fontAlgn="ctr" latinLnBrk="1" hangingPunct="1"/>
                          <a:endParaRPr lang="en-US" sz="1100" b="0" i="0" u="none" strike="noStrike" kern="1200" dirty="0">
                            <a:solidFill>
                              <a:srgbClr val="000000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+mn-cs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marL="0" algn="ctr" defTabSz="914400" rtl="0" eaLnBrk="1" fontAlgn="ctr" latinLnBrk="1" hangingPunct="1"/>
                          <a:endParaRPr lang="en-US" sz="1100" b="0" i="0" u="none" strike="noStrike" kern="1200" dirty="0">
                            <a:solidFill>
                              <a:srgbClr val="000000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+mn-cs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70050392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2" name="표 11">
                <a:extLst>
                  <a:ext uri="{FF2B5EF4-FFF2-40B4-BE49-F238E27FC236}">
                    <a16:creationId xmlns:a16="http://schemas.microsoft.com/office/drawing/2014/main" id="{78AC4297-FC33-4458-1A12-DAFA9DE1F64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54300804"/>
                  </p:ext>
                </p:extLst>
              </p:nvPr>
            </p:nvGraphicFramePr>
            <p:xfrm>
              <a:off x="8263230" y="4181744"/>
              <a:ext cx="3429000" cy="2095500"/>
            </p:xfrm>
            <a:graphic>
              <a:graphicData uri="http://schemas.openxmlformats.org/drawingml/2006/table">
                <a:tbl>
                  <a:tblPr/>
                  <a:tblGrid>
                    <a:gridCol w="685800">
                      <a:extLst>
                        <a:ext uri="{9D8B030D-6E8A-4147-A177-3AD203B41FA5}">
                          <a16:colId xmlns:a16="http://schemas.microsoft.com/office/drawing/2014/main" val="572585065"/>
                        </a:ext>
                      </a:extLst>
                    </a:gridCol>
                    <a:gridCol w="685800">
                      <a:extLst>
                        <a:ext uri="{9D8B030D-6E8A-4147-A177-3AD203B41FA5}">
                          <a16:colId xmlns:a16="http://schemas.microsoft.com/office/drawing/2014/main" val="2756139344"/>
                        </a:ext>
                      </a:extLst>
                    </a:gridCol>
                    <a:gridCol w="685800">
                      <a:extLst>
                        <a:ext uri="{9D8B030D-6E8A-4147-A177-3AD203B41FA5}">
                          <a16:colId xmlns:a16="http://schemas.microsoft.com/office/drawing/2014/main" val="1475371021"/>
                        </a:ext>
                      </a:extLst>
                    </a:gridCol>
                    <a:gridCol w="685800">
                      <a:extLst>
                        <a:ext uri="{9D8B030D-6E8A-4147-A177-3AD203B41FA5}">
                          <a16:colId xmlns:a16="http://schemas.microsoft.com/office/drawing/2014/main" val="1981942676"/>
                        </a:ext>
                      </a:extLst>
                    </a:gridCol>
                    <a:gridCol w="685800">
                      <a:extLst>
                        <a:ext uri="{9D8B030D-6E8A-4147-A177-3AD203B41FA5}">
                          <a16:colId xmlns:a16="http://schemas.microsoft.com/office/drawing/2014/main" val="2290465742"/>
                        </a:ext>
                      </a:extLst>
                    </a:gridCol>
                  </a:tblGrid>
                  <a:tr h="20955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length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width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height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count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location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19876597"/>
                      </a:ext>
                    </a:extLst>
                  </a:tr>
                  <a:tr h="20955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27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23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5.8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ko-KR" altLang="en-US" sz="1100" b="0" i="0" u="none" strike="noStrike" dirty="0" err="1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봉암</a:t>
                          </a:r>
                          <a:r>
                            <a:rPr lang="en-US" altLang="ko-K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9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49935378"/>
                      </a:ext>
                    </a:extLst>
                  </a:tr>
                  <a:tr h="20955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28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18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5.8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ko-KR" alt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봉암</a:t>
                          </a:r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9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874204429"/>
                      </a:ext>
                    </a:extLst>
                  </a:tr>
                  <a:tr h="20955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29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23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5.8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ko-KR" alt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봉암</a:t>
                          </a:r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9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228939442"/>
                      </a:ext>
                    </a:extLst>
                  </a:tr>
                  <a:tr h="20955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25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21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1000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ko-KR" alt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덕곡</a:t>
                          </a:r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43677887"/>
                      </a:ext>
                    </a:extLst>
                  </a:tr>
                  <a:tr h="20955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24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23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1000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2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ko-KR" alt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덕곡</a:t>
                          </a:r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738977408"/>
                      </a:ext>
                    </a:extLst>
                  </a:tr>
                  <a:tr h="20955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24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18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1000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ko-KR" alt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덕곡</a:t>
                          </a:r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720022952"/>
                      </a:ext>
                    </a:extLst>
                  </a:tr>
                  <a:tr h="20955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24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1000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ko-KR" altLang="en-US" sz="1100" b="0" i="0" u="none" strike="noStrike" dirty="0" err="1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덕곡</a:t>
                          </a:r>
                          <a:r>
                            <a:rPr lang="en-US" altLang="ko-K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904784006"/>
                      </a:ext>
                    </a:extLst>
                  </a:tr>
                  <a:tr h="419100">
                    <a:tc gridSpan="5">
                      <a:txBody>
                        <a:bodyPr/>
                        <a:lstStyle/>
                        <a:p>
                          <a:pPr marL="0" algn="ctr" defTabSz="914400" rtl="0" eaLnBrk="1" fontAlgn="ctr" latinLnBrk="1" hangingPunct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100" b="0" i="1" u="none" strike="noStrike" kern="1200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1100" b="0" i="0" u="none" strike="noStrike" kern="1200" dirty="0">
                            <a:solidFill>
                              <a:srgbClr val="000000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+mn-cs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marL="0" algn="ctr" defTabSz="914400" rtl="0" eaLnBrk="1" fontAlgn="ctr" latinLnBrk="1" hangingPunct="1"/>
                          <a:endParaRPr lang="en-US" sz="1100" b="0" i="0" u="none" strike="noStrike" kern="1200" dirty="0">
                            <a:solidFill>
                              <a:srgbClr val="000000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+mn-cs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marL="0" algn="ctr" defTabSz="914400" rtl="0" eaLnBrk="1" fontAlgn="ctr" latinLnBrk="1" hangingPunct="1"/>
                          <a:endParaRPr lang="en-US" altLang="ko-KR" sz="1100" b="0" i="0" u="none" strike="noStrike" kern="1200">
                            <a:solidFill>
                              <a:srgbClr val="000000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+mn-cs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marL="0" algn="ctr" defTabSz="914400" rtl="0" eaLnBrk="1" fontAlgn="ctr" latinLnBrk="1" hangingPunct="1"/>
                          <a:endParaRPr lang="en-US" altLang="ko-KR" sz="1100" b="0" i="0" u="none" strike="noStrike" kern="1200">
                            <a:solidFill>
                              <a:srgbClr val="000000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+mn-cs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marL="0" algn="ctr" defTabSz="914400" rtl="0" eaLnBrk="1" fontAlgn="ctr" latinLnBrk="1" hangingPunct="1"/>
                          <a:endParaRPr lang="en-US" altLang="ko-KR" sz="1100" b="0" i="0" u="none" strike="noStrike" kern="1200" dirty="0">
                            <a:solidFill>
                              <a:srgbClr val="000000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+mn-cs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700503929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2" name="표 11">
                <a:extLst>
                  <a:ext uri="{FF2B5EF4-FFF2-40B4-BE49-F238E27FC236}">
                    <a16:creationId xmlns:a16="http://schemas.microsoft.com/office/drawing/2014/main" id="{78AC4297-FC33-4458-1A12-DAFA9DE1F64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54300804"/>
                  </p:ext>
                </p:extLst>
              </p:nvPr>
            </p:nvGraphicFramePr>
            <p:xfrm>
              <a:off x="8263230" y="4181744"/>
              <a:ext cx="3429000" cy="2095500"/>
            </p:xfrm>
            <a:graphic>
              <a:graphicData uri="http://schemas.openxmlformats.org/drawingml/2006/table">
                <a:tbl>
                  <a:tblPr/>
                  <a:tblGrid>
                    <a:gridCol w="685800">
                      <a:extLst>
                        <a:ext uri="{9D8B030D-6E8A-4147-A177-3AD203B41FA5}">
                          <a16:colId xmlns:a16="http://schemas.microsoft.com/office/drawing/2014/main" val="572585065"/>
                        </a:ext>
                      </a:extLst>
                    </a:gridCol>
                    <a:gridCol w="685800">
                      <a:extLst>
                        <a:ext uri="{9D8B030D-6E8A-4147-A177-3AD203B41FA5}">
                          <a16:colId xmlns:a16="http://schemas.microsoft.com/office/drawing/2014/main" val="2756139344"/>
                        </a:ext>
                      </a:extLst>
                    </a:gridCol>
                    <a:gridCol w="685800">
                      <a:extLst>
                        <a:ext uri="{9D8B030D-6E8A-4147-A177-3AD203B41FA5}">
                          <a16:colId xmlns:a16="http://schemas.microsoft.com/office/drawing/2014/main" val="1475371021"/>
                        </a:ext>
                      </a:extLst>
                    </a:gridCol>
                    <a:gridCol w="685800">
                      <a:extLst>
                        <a:ext uri="{9D8B030D-6E8A-4147-A177-3AD203B41FA5}">
                          <a16:colId xmlns:a16="http://schemas.microsoft.com/office/drawing/2014/main" val="1981942676"/>
                        </a:ext>
                      </a:extLst>
                    </a:gridCol>
                    <a:gridCol w="685800">
                      <a:extLst>
                        <a:ext uri="{9D8B030D-6E8A-4147-A177-3AD203B41FA5}">
                          <a16:colId xmlns:a16="http://schemas.microsoft.com/office/drawing/2014/main" val="2290465742"/>
                        </a:ext>
                      </a:extLst>
                    </a:gridCol>
                  </a:tblGrid>
                  <a:tr h="20955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length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width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height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count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location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19876597"/>
                      </a:ext>
                    </a:extLst>
                  </a:tr>
                  <a:tr h="20955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27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23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5.8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ko-KR" altLang="en-US" sz="1100" b="0" i="0" u="none" strike="noStrike" dirty="0" err="1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봉암</a:t>
                          </a:r>
                          <a:r>
                            <a:rPr lang="en-US" altLang="ko-K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9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49935378"/>
                      </a:ext>
                    </a:extLst>
                  </a:tr>
                  <a:tr h="20955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28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18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5.8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ko-KR" alt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봉암</a:t>
                          </a:r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9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874204429"/>
                      </a:ext>
                    </a:extLst>
                  </a:tr>
                  <a:tr h="20955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29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23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5.8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ko-KR" alt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봉암</a:t>
                          </a:r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9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228939442"/>
                      </a:ext>
                    </a:extLst>
                  </a:tr>
                  <a:tr h="20955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25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21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1000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ko-KR" alt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덕곡</a:t>
                          </a:r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43677887"/>
                      </a:ext>
                    </a:extLst>
                  </a:tr>
                  <a:tr h="20955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24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23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1000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2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ko-KR" alt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덕곡</a:t>
                          </a:r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738977408"/>
                      </a:ext>
                    </a:extLst>
                  </a:tr>
                  <a:tr h="20955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24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18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1000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ko-KR" alt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덕곡</a:t>
                          </a:r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720022952"/>
                      </a:ext>
                    </a:extLst>
                  </a:tr>
                  <a:tr h="20955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24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1000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ko-KR" altLang="en-US" sz="1100" b="0" i="0" u="none" strike="noStrike" dirty="0" err="1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덕곡</a:t>
                          </a:r>
                          <a:r>
                            <a:rPr lang="en-US" altLang="ko-K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904784006"/>
                      </a:ext>
                    </a:extLst>
                  </a:tr>
                  <a:tr h="419100">
                    <a:tc gridSpan="5"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77" t="-402899" r="-355" b="-2899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algn="ctr" defTabSz="914400" rtl="0" eaLnBrk="1" fontAlgn="ctr" latinLnBrk="1" hangingPunct="1"/>
                          <a:endParaRPr lang="en-US" sz="1100" b="0" i="0" u="none" strike="noStrike" kern="1200" dirty="0">
                            <a:solidFill>
                              <a:srgbClr val="000000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+mn-cs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marL="0" algn="ctr" defTabSz="914400" rtl="0" eaLnBrk="1" fontAlgn="ctr" latinLnBrk="1" hangingPunct="1"/>
                          <a:endParaRPr lang="en-US" altLang="ko-KR" sz="1100" b="0" i="0" u="none" strike="noStrike" kern="1200">
                            <a:solidFill>
                              <a:srgbClr val="000000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+mn-cs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marL="0" algn="ctr" defTabSz="914400" rtl="0" eaLnBrk="1" fontAlgn="ctr" latinLnBrk="1" hangingPunct="1"/>
                          <a:endParaRPr lang="en-US" altLang="ko-KR" sz="1100" b="0" i="0" u="none" strike="noStrike" kern="1200">
                            <a:solidFill>
                              <a:srgbClr val="000000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+mn-cs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marL="0" algn="ctr" defTabSz="914400" rtl="0" eaLnBrk="1" fontAlgn="ctr" latinLnBrk="1" hangingPunct="1"/>
                          <a:endParaRPr lang="en-US" altLang="ko-KR" sz="1100" b="0" i="0" u="none" strike="noStrike" kern="1200" dirty="0">
                            <a:solidFill>
                              <a:srgbClr val="000000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  <a:cs typeface="+mn-cs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70050392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FE03C2E3-DAA7-D3A6-6878-4811713F827C}"/>
              </a:ext>
            </a:extLst>
          </p:cNvPr>
          <p:cNvSpPr txBox="1"/>
          <p:nvPr/>
        </p:nvSpPr>
        <p:spPr>
          <a:xfrm>
            <a:off x="8113761" y="3258414"/>
            <a:ext cx="39030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800" dirty="0">
                <a:ln w="9525">
                  <a:solidFill>
                    <a:schemeClr val="tx1"/>
                  </a:solidFill>
                </a:ln>
                <a:solidFill>
                  <a:sysClr val="windowText" lastClr="000000"/>
                </a:solidFill>
                <a:latin typeface="+mj-ea"/>
                <a:cs typeface="함초롬돋움" panose="020B0604000101010101" pitchFamily="50" charset="-127"/>
              </a:rPr>
              <a:t>DB_empty_slots.csv: </a:t>
            </a:r>
            <a:r>
              <a:rPr lang="ko-KR" altLang="en-US" dirty="0"/>
              <a:t>해당 적치장에 해당 크기의 슬롯이 몇 개 있는지 </a:t>
            </a:r>
            <a:br>
              <a:rPr lang="en-US" altLang="ko-KR" dirty="0"/>
            </a:br>
            <a:r>
              <a:rPr lang="ko-KR" altLang="en-US" dirty="0"/>
              <a:t>작성해주시면 됩니다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9320829-793D-C28D-DDDE-411E0B47EF57}"/>
              </a:ext>
            </a:extLst>
          </p:cNvPr>
          <p:cNvSpPr txBox="1"/>
          <p:nvPr/>
        </p:nvSpPr>
        <p:spPr>
          <a:xfrm>
            <a:off x="299789" y="1628506"/>
            <a:ext cx="1137724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DB</a:t>
            </a:r>
            <a:r>
              <a:rPr lang="ko-KR" altLang="en-US" dirty="0"/>
              <a:t>에서 뽑는 두 파일을 </a:t>
            </a:r>
            <a:r>
              <a:rPr lang="en-US" altLang="ko-KR" dirty="0"/>
              <a:t>preprocess.py</a:t>
            </a:r>
            <a:r>
              <a:rPr lang="ko-KR" altLang="en-US" dirty="0"/>
              <a:t>에 구현된 함수를 거쳐 </a:t>
            </a:r>
            <a:r>
              <a:rPr lang="en-US" altLang="ko-KR" dirty="0"/>
              <a:t>Data </a:t>
            </a:r>
            <a:r>
              <a:rPr lang="ko-KR" altLang="en-US" dirty="0"/>
              <a:t>폴더에 강화 학습에 적합하게 파일을 변환 후 저장합니다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Main</a:t>
            </a:r>
            <a:r>
              <a:rPr lang="ko-KR" altLang="en-US" dirty="0"/>
              <a:t>에 이미 구현되어 있으니 추가 참고 사항은 주석을 </a:t>
            </a:r>
            <a:r>
              <a:rPr lang="ko-KR" altLang="en-US" dirty="0" err="1"/>
              <a:t>읽어주시길</a:t>
            </a:r>
            <a:r>
              <a:rPr lang="ko-KR" altLang="en-US" dirty="0"/>
              <a:t> 바랍니다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596975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A41A3B-1361-FD9F-48D3-27FB64258E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적치장</a:t>
            </a:r>
            <a:r>
              <a:rPr lang="ko-KR" altLang="en-US" dirty="0"/>
              <a:t> 블록</a:t>
            </a:r>
            <a:r>
              <a:rPr lang="en-US" altLang="ko-KR" dirty="0"/>
              <a:t> </a:t>
            </a:r>
            <a:r>
              <a:rPr lang="ko-KR" altLang="en-US" dirty="0"/>
              <a:t>형태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A7F80B1-71EB-CF28-B29A-494376376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3CC9C-7E36-46BE-BB2A-7DDA61AC1E11}" type="slidenum">
              <a:rPr lang="ko-KR" altLang="en-US" smtClean="0"/>
              <a:pPr/>
              <a:t>3</a:t>
            </a:fld>
            <a:endParaRPr lang="ko-KR" altLang="en-US" dirty="0"/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90CEEF41-1CF3-B43F-63CD-9DD99CCC9BA1}"/>
              </a:ext>
            </a:extLst>
          </p:cNvPr>
          <p:cNvSpPr txBox="1">
            <a:spLocks/>
          </p:cNvSpPr>
          <p:nvPr/>
        </p:nvSpPr>
        <p:spPr>
          <a:xfrm>
            <a:off x="117308" y="1089854"/>
            <a:ext cx="7886700" cy="4121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algn="l" defTabSz="914400" rtl="0" eaLnBrk="1" fontAlgn="ctr" latinLnBrk="1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lang="ko-KR" altLang="en-US" sz="3200" b="1" kern="1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Arial" panose="020B0604020202020204" pitchFamily="34" charset="0"/>
              </a:defRPr>
            </a:lvl1pPr>
          </a:lstStyle>
          <a:p>
            <a:pPr>
              <a:lnSpc>
                <a:spcPct val="100000"/>
              </a:lnSpc>
            </a:pPr>
            <a:r>
              <a:rPr lang="ko-KR" altLang="en-US" sz="1600" dirty="0">
                <a:ln w="9525">
                  <a:solidFill>
                    <a:schemeClr val="tx1"/>
                  </a:solidFill>
                </a:ln>
                <a:solidFill>
                  <a:sysClr val="windowText" lastClr="000000"/>
                </a:solidFill>
                <a:latin typeface="+mj-ea"/>
                <a:cs typeface="함초롬돋움" panose="020B0604000101010101" pitchFamily="50" charset="-127"/>
              </a:rPr>
              <a:t>양식</a:t>
            </a:r>
            <a:r>
              <a:rPr lang="en-US" altLang="ko-KR" sz="1600" dirty="0">
                <a:ln w="9525">
                  <a:solidFill>
                    <a:schemeClr val="tx1"/>
                  </a:solidFill>
                </a:ln>
                <a:solidFill>
                  <a:sysClr val="windowText" lastClr="000000"/>
                </a:solidFill>
                <a:latin typeface="+mj-ea"/>
                <a:cs typeface="함초롬돋움" panose="020B0604000101010101" pitchFamily="50" charset="-127"/>
              </a:rPr>
              <a:t>: whole_block.csv, </a:t>
            </a:r>
            <a:endParaRPr lang="ko-KR" altLang="en-US" sz="1600" dirty="0">
              <a:ln w="9525">
                <a:solidFill>
                  <a:schemeClr val="tx1"/>
                </a:solidFill>
              </a:ln>
              <a:solidFill>
                <a:sysClr val="windowText" lastClr="000000"/>
              </a:solidFill>
              <a:latin typeface="+mj-ea"/>
              <a:cs typeface="함초롬돋움" panose="020B0604000101010101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표 5">
                <a:extLst>
                  <a:ext uri="{FF2B5EF4-FFF2-40B4-BE49-F238E27FC236}">
                    <a16:creationId xmlns:a16="http://schemas.microsoft.com/office/drawing/2014/main" id="{F97B43D5-D6DE-EB15-DB60-62B0D82423F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87885719"/>
                  </p:ext>
                </p:extLst>
              </p:nvPr>
            </p:nvGraphicFramePr>
            <p:xfrm>
              <a:off x="415869" y="1652030"/>
              <a:ext cx="5040000" cy="4010571"/>
            </p:xfrm>
            <a:graphic>
              <a:graphicData uri="http://schemas.openxmlformats.org/drawingml/2006/table">
                <a:tbl>
                  <a:tblPr/>
                  <a:tblGrid>
                    <a:gridCol w="720000">
                      <a:extLst>
                        <a:ext uri="{9D8B030D-6E8A-4147-A177-3AD203B41FA5}">
                          <a16:colId xmlns:a16="http://schemas.microsoft.com/office/drawing/2014/main" val="1379922204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495320971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2582693294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3716479138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1162189111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3194000160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2225977889"/>
                        </a:ext>
                      </a:extLst>
                    </a:gridCol>
                  </a:tblGrid>
                  <a:tr h="21600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 dirty="0" err="1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vessel_id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block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length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width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height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weight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location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260478293"/>
                      </a:ext>
                    </a:extLst>
                  </a:tr>
                  <a:tr h="21600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 SN2603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 T350S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16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16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2.8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32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ko-KR" alt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신한내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897904866"/>
                      </a:ext>
                    </a:extLst>
                  </a:tr>
                  <a:tr h="21600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 SN2607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 M110S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22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11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6.2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ko-KR" alt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사내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06015865"/>
                      </a:ext>
                    </a:extLst>
                  </a:tr>
                  <a:tr h="21600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 SN2611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 D740S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19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11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4.2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49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ko-KR" alt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오비</a:t>
                          </a:r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759358999"/>
                      </a:ext>
                    </a:extLst>
                  </a:tr>
                  <a:tr h="21600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 SN2614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 A420P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15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11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5.1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18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ko-KR" alt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한내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26626038"/>
                      </a:ext>
                    </a:extLst>
                  </a:tr>
                  <a:tr h="21600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 SN2455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 M920P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12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11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3.2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17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ko-KR" alt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사내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546919942"/>
                      </a:ext>
                    </a:extLst>
                  </a:tr>
                  <a:tr h="21600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 SN2454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 F310P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16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13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7.8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24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ko-KR" alt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사내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836812884"/>
                      </a:ext>
                    </a:extLst>
                  </a:tr>
                  <a:tr h="21600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 SN2614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 S180P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17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12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4.5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15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ko-KR" alt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봉암</a:t>
                          </a:r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9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189747084"/>
                      </a:ext>
                    </a:extLst>
                  </a:tr>
                  <a:tr h="21600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 SN2455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 D290S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22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16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4.3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56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ko-KR" alt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사내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527980790"/>
                      </a:ext>
                    </a:extLst>
                  </a:tr>
                  <a:tr h="21600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 SN2614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 A220P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17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17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4.3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31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ko-KR" alt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사내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6408958"/>
                      </a:ext>
                    </a:extLst>
                  </a:tr>
                  <a:tr h="21600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 SN2603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 D161S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15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11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1.9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34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ko-KR" alt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봉암</a:t>
                          </a:r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9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61745143"/>
                      </a:ext>
                    </a:extLst>
                  </a:tr>
                  <a:tr h="21600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 SN2598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 Y900S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11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9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2.4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23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ko-KR" alt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봉암</a:t>
                          </a:r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8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855218624"/>
                      </a:ext>
                    </a:extLst>
                  </a:tr>
                  <a:tr h="21600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 SN2601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 E370C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19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11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3.6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22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ko-KR" alt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성동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738749489"/>
                      </a:ext>
                    </a:extLst>
                  </a:tr>
                  <a:tr h="21600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 SN2456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 E110S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16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12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7.6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18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ko-KR" alt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사내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776581701"/>
                      </a:ext>
                    </a:extLst>
                  </a:tr>
                  <a:tr h="21600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 SN2598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 S130S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21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16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8.1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49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ko-KR" alt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사내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72707760"/>
                      </a:ext>
                    </a:extLst>
                  </a:tr>
                  <a:tr h="21600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 SN2454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 W831C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14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11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2.4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7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ko-KR" alt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한내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140746103"/>
                      </a:ext>
                    </a:extLst>
                  </a:tr>
                  <a:tr h="554571">
                    <a:tc gridSpan="7">
                      <a:txBody>
                        <a:bodyPr/>
                        <a:lstStyle/>
                        <a:p>
                          <a:pPr algn="ctr" font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2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altLang="ko-KR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endParaRPr>
                        </a:p>
                      </a:txBody>
                      <a:tcPr marL="7607" marR="7607" marT="7607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fontAlgn="ctr"/>
                          <a:endParaRPr lang="ko-KR" alt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endParaRPr>
                        </a:p>
                      </a:txBody>
                      <a:tcPr marL="7607" marR="7607" marT="7607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fontAlgn="ctr"/>
                          <a:endParaRPr lang="ko-KR" altLang="en-US" sz="1200" b="0" i="0" u="none" strike="noStrike">
                            <a:solidFill>
                              <a:srgbClr val="000000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endParaRPr>
                        </a:p>
                      </a:txBody>
                      <a:tcPr marL="7607" marR="7607" marT="7607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fontAlgn="ctr"/>
                          <a:endParaRPr lang="en-US" altLang="ko-KR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endParaRPr>
                        </a:p>
                      </a:txBody>
                      <a:tcPr marL="7607" marR="7607" marT="7607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fontAlgn="ctr"/>
                          <a:endParaRPr lang="en-US" altLang="ko-KR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endParaRPr>
                        </a:p>
                      </a:txBody>
                      <a:tcPr marL="7607" marR="7607" marT="7607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fontAlgn="ctr"/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endParaRPr>
                        </a:p>
                      </a:txBody>
                      <a:tcPr marL="7607" marR="7607" marT="7607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fontAlgn="ctr"/>
                          <a:endParaRPr lang="ko-KR" alt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endParaRPr>
                        </a:p>
                      </a:txBody>
                      <a:tcPr marL="7607" marR="7607" marT="7607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7114830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표 5">
                <a:extLst>
                  <a:ext uri="{FF2B5EF4-FFF2-40B4-BE49-F238E27FC236}">
                    <a16:creationId xmlns:a16="http://schemas.microsoft.com/office/drawing/2014/main" id="{F97B43D5-D6DE-EB15-DB60-62B0D82423F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87885719"/>
                  </p:ext>
                </p:extLst>
              </p:nvPr>
            </p:nvGraphicFramePr>
            <p:xfrm>
              <a:off x="415869" y="1652030"/>
              <a:ext cx="5040000" cy="4010571"/>
            </p:xfrm>
            <a:graphic>
              <a:graphicData uri="http://schemas.openxmlformats.org/drawingml/2006/table">
                <a:tbl>
                  <a:tblPr/>
                  <a:tblGrid>
                    <a:gridCol w="720000">
                      <a:extLst>
                        <a:ext uri="{9D8B030D-6E8A-4147-A177-3AD203B41FA5}">
                          <a16:colId xmlns:a16="http://schemas.microsoft.com/office/drawing/2014/main" val="1379922204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495320971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2582693294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3716479138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1162189111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3194000160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2225977889"/>
                        </a:ext>
                      </a:extLst>
                    </a:gridCol>
                  </a:tblGrid>
                  <a:tr h="21600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 dirty="0" err="1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vessel_id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block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length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width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height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weight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location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260478293"/>
                      </a:ext>
                    </a:extLst>
                  </a:tr>
                  <a:tr h="21600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 SN2603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 T350S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16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16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2.8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32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ko-KR" alt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신한내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897904866"/>
                      </a:ext>
                    </a:extLst>
                  </a:tr>
                  <a:tr h="21600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 SN2607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 M110S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22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11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6.2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80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ko-KR" alt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사내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06015865"/>
                      </a:ext>
                    </a:extLst>
                  </a:tr>
                  <a:tr h="21600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 SN2611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 D740S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19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11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4.2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49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ko-KR" alt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오비</a:t>
                          </a:r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759358999"/>
                      </a:ext>
                    </a:extLst>
                  </a:tr>
                  <a:tr h="21600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 SN2614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 A420P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15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11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5.1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18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ko-KR" alt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한내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26626038"/>
                      </a:ext>
                    </a:extLst>
                  </a:tr>
                  <a:tr h="21600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 SN2455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 M920P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12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11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3.2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17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ko-KR" alt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사내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546919942"/>
                      </a:ext>
                    </a:extLst>
                  </a:tr>
                  <a:tr h="21600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 SN2454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 F310P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16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13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7.8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24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ko-KR" alt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사내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836812884"/>
                      </a:ext>
                    </a:extLst>
                  </a:tr>
                  <a:tr h="21600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 SN2614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 S180P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17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12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4.5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15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ko-KR" alt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봉암</a:t>
                          </a:r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9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189747084"/>
                      </a:ext>
                    </a:extLst>
                  </a:tr>
                  <a:tr h="21600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 SN2455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 D290S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22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16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4.3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56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ko-KR" alt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사내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527980790"/>
                      </a:ext>
                    </a:extLst>
                  </a:tr>
                  <a:tr h="21600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 SN2614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 A220P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17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17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4.3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31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ko-KR" alt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사내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6408958"/>
                      </a:ext>
                    </a:extLst>
                  </a:tr>
                  <a:tr h="21600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 SN2603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 D161S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15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11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1.9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34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ko-KR" alt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봉암</a:t>
                          </a:r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9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61745143"/>
                      </a:ext>
                    </a:extLst>
                  </a:tr>
                  <a:tr h="21600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 SN2598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 Y900S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11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9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2.4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23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ko-KR" alt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봉암</a:t>
                          </a:r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8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855218624"/>
                      </a:ext>
                    </a:extLst>
                  </a:tr>
                  <a:tr h="21600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 SN2601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 E370C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19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11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3.6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22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ko-KR" alt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성동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738749489"/>
                      </a:ext>
                    </a:extLst>
                  </a:tr>
                  <a:tr h="21600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 SN2456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 E110S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16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12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7.6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18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ko-KR" alt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사내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776581701"/>
                      </a:ext>
                    </a:extLst>
                  </a:tr>
                  <a:tr h="21600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 SN2598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 S130S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21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16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8.1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49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ko-KR" alt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사내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72707760"/>
                      </a:ext>
                    </a:extLst>
                  </a:tr>
                  <a:tr h="21600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 SN2454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 W831C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14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11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2.4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7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ko-KR" alt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한내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140746103"/>
                      </a:ext>
                    </a:extLst>
                  </a:tr>
                  <a:tr h="554571">
                    <a:tc gridSpan="7"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7607" marR="7607" marT="7607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21" t="-626374" r="-363" b="-2198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fontAlgn="ctr"/>
                          <a:endParaRPr lang="ko-KR" alt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endParaRPr>
                        </a:p>
                      </a:txBody>
                      <a:tcPr marL="7607" marR="7607" marT="7607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fontAlgn="ctr"/>
                          <a:endParaRPr lang="ko-KR" altLang="en-US" sz="1200" b="0" i="0" u="none" strike="noStrike">
                            <a:solidFill>
                              <a:srgbClr val="000000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endParaRPr>
                        </a:p>
                      </a:txBody>
                      <a:tcPr marL="7607" marR="7607" marT="7607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fontAlgn="ctr"/>
                          <a:endParaRPr lang="en-US" altLang="ko-KR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endParaRPr>
                        </a:p>
                      </a:txBody>
                      <a:tcPr marL="7607" marR="7607" marT="7607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fontAlgn="ctr"/>
                          <a:endParaRPr lang="en-US" altLang="ko-KR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endParaRPr>
                        </a:p>
                      </a:txBody>
                      <a:tcPr marL="7607" marR="7607" marT="7607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fontAlgn="ctr"/>
                          <a:endParaRPr 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endParaRPr>
                        </a:p>
                      </a:txBody>
                      <a:tcPr marL="7607" marR="7607" marT="7607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fontAlgn="ctr"/>
                          <a:endParaRPr lang="ko-KR" altLang="en-US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endParaRPr>
                        </a:p>
                      </a:txBody>
                      <a:tcPr marL="7607" marR="7607" marT="7607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7114830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B6C1B70D-A427-260F-B9D8-B540F89CCF73}"/>
              </a:ext>
            </a:extLst>
          </p:cNvPr>
          <p:cNvSpPr txBox="1"/>
          <p:nvPr/>
        </p:nvSpPr>
        <p:spPr>
          <a:xfrm>
            <a:off x="6429184" y="2486811"/>
            <a:ext cx="56007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현재 사내에 있는 블록과 사외에 있는 블록들이 정보로 들어가며</a:t>
            </a:r>
            <a:r>
              <a:rPr lang="en-US" altLang="ko-KR" dirty="0"/>
              <a:t>, </a:t>
            </a:r>
            <a:r>
              <a:rPr lang="ko-KR" altLang="en-US" dirty="0"/>
              <a:t>현 위치가 </a:t>
            </a:r>
            <a:r>
              <a:rPr lang="en-US" altLang="ko-KR" dirty="0"/>
              <a:t>location </a:t>
            </a:r>
            <a:r>
              <a:rPr lang="ko-KR" altLang="en-US" dirty="0"/>
              <a:t>컬럼에 표현</a:t>
            </a:r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60CBD8CE-C632-41EF-1046-E3BA3F807E56}"/>
              </a:ext>
            </a:extLst>
          </p:cNvPr>
          <p:cNvCxnSpPr>
            <a:cxnSpLocks/>
            <a:endCxn id="7" idx="1"/>
          </p:cNvCxnSpPr>
          <p:nvPr/>
        </p:nvCxnSpPr>
        <p:spPr>
          <a:xfrm>
            <a:off x="5455869" y="2809977"/>
            <a:ext cx="973315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56551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A41A3B-1361-FD9F-48D3-27FB64258E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적치장</a:t>
            </a:r>
            <a:r>
              <a:rPr lang="ko-KR" altLang="en-US" dirty="0"/>
              <a:t> 블록</a:t>
            </a:r>
            <a:r>
              <a:rPr lang="en-US" altLang="ko-KR" dirty="0"/>
              <a:t> </a:t>
            </a:r>
            <a:r>
              <a:rPr lang="ko-KR" altLang="en-US" dirty="0"/>
              <a:t>형태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A7F80B1-71EB-CF28-B29A-494376376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3CC9C-7E36-46BE-BB2A-7DDA61AC1E11}" type="slidenum">
              <a:rPr lang="ko-KR" altLang="en-US" smtClean="0"/>
              <a:pPr/>
              <a:t>4</a:t>
            </a:fld>
            <a:endParaRPr lang="ko-KR" altLang="en-US" dirty="0"/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90CEEF41-1CF3-B43F-63CD-9DD99CCC9BA1}"/>
              </a:ext>
            </a:extLst>
          </p:cNvPr>
          <p:cNvSpPr txBox="1">
            <a:spLocks/>
          </p:cNvSpPr>
          <p:nvPr/>
        </p:nvSpPr>
        <p:spPr>
          <a:xfrm>
            <a:off x="117308" y="1089854"/>
            <a:ext cx="7886700" cy="4121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algn="l" defTabSz="914400" rtl="0" eaLnBrk="1" fontAlgn="ctr" latinLnBrk="1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lang="ko-KR" altLang="en-US" sz="3200" b="1" kern="1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Arial" panose="020B0604020202020204" pitchFamily="34" charset="0"/>
              </a:defRPr>
            </a:lvl1pPr>
          </a:lstStyle>
          <a:p>
            <a:pPr>
              <a:lnSpc>
                <a:spcPct val="100000"/>
              </a:lnSpc>
            </a:pPr>
            <a:r>
              <a:rPr lang="ko-KR" altLang="en-US" sz="1600" dirty="0">
                <a:ln w="9525">
                  <a:solidFill>
                    <a:schemeClr val="tx1"/>
                  </a:solidFill>
                </a:ln>
                <a:solidFill>
                  <a:sysClr val="windowText" lastClr="000000"/>
                </a:solidFill>
                <a:latin typeface="+mj-ea"/>
                <a:cs typeface="함초롬돋움" panose="020B0604000101010101" pitchFamily="50" charset="-127"/>
              </a:rPr>
              <a:t>양식</a:t>
            </a:r>
            <a:r>
              <a:rPr lang="en-US" altLang="ko-KR" sz="1600" dirty="0">
                <a:ln w="9525">
                  <a:solidFill>
                    <a:schemeClr val="tx1"/>
                  </a:solidFill>
                </a:ln>
                <a:solidFill>
                  <a:sysClr val="windowText" lastClr="000000"/>
                </a:solidFill>
                <a:latin typeface="+mj-ea"/>
                <a:cs typeface="함초롬돋움" panose="020B0604000101010101" pitchFamily="50" charset="-127"/>
              </a:rPr>
              <a:t>:take_in.csv, take_out.csv </a:t>
            </a:r>
            <a:endParaRPr lang="ko-KR" altLang="en-US" sz="1600" dirty="0">
              <a:ln w="9525">
                <a:solidFill>
                  <a:schemeClr val="tx1"/>
                </a:solidFill>
              </a:ln>
              <a:solidFill>
                <a:sysClr val="windowText" lastClr="000000"/>
              </a:solidFill>
              <a:latin typeface="+mj-ea"/>
              <a:cs typeface="함초롬돋움" panose="020B0604000101010101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C1B70D-A427-260F-B9D8-B540F89CCF73}"/>
              </a:ext>
            </a:extLst>
          </p:cNvPr>
          <p:cNvSpPr txBox="1"/>
          <p:nvPr/>
        </p:nvSpPr>
        <p:spPr>
          <a:xfrm>
            <a:off x="6429184" y="2653865"/>
            <a:ext cx="5600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반출해야 할 블록들이 제원 정보와 위치가 함께 기제</a:t>
            </a:r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60CBD8CE-C632-41EF-1046-E3BA3F807E56}"/>
              </a:ext>
            </a:extLst>
          </p:cNvPr>
          <p:cNvCxnSpPr>
            <a:cxnSpLocks/>
            <a:endCxn id="7" idx="1"/>
          </p:cNvCxnSpPr>
          <p:nvPr/>
        </p:nvCxnSpPr>
        <p:spPr>
          <a:xfrm flipV="1">
            <a:off x="5460023" y="2838531"/>
            <a:ext cx="969161" cy="1017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표 8">
                <a:extLst>
                  <a:ext uri="{FF2B5EF4-FFF2-40B4-BE49-F238E27FC236}">
                    <a16:creationId xmlns:a16="http://schemas.microsoft.com/office/drawing/2014/main" id="{5B6C93C6-B2A7-F506-0D34-1FB962101D0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97368639"/>
                  </p:ext>
                </p:extLst>
              </p:nvPr>
            </p:nvGraphicFramePr>
            <p:xfrm>
              <a:off x="415869" y="1652030"/>
              <a:ext cx="5040000" cy="2484000"/>
            </p:xfrm>
            <a:graphic>
              <a:graphicData uri="http://schemas.openxmlformats.org/drawingml/2006/table">
                <a:tbl>
                  <a:tblPr/>
                  <a:tblGrid>
                    <a:gridCol w="720000">
                      <a:extLst>
                        <a:ext uri="{9D8B030D-6E8A-4147-A177-3AD203B41FA5}">
                          <a16:colId xmlns:a16="http://schemas.microsoft.com/office/drawing/2014/main" val="1379922204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495320971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2582693294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3716479138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1162189111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3194000160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2225977889"/>
                        </a:ext>
                      </a:extLst>
                    </a:gridCol>
                  </a:tblGrid>
                  <a:tr h="21600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 dirty="0" err="1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vessel_id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block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length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width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height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weight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location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260478293"/>
                      </a:ext>
                    </a:extLst>
                  </a:tr>
                  <a:tr h="21600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 SN2601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 B111S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21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16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3.2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109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ko-KR" alt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성동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897904866"/>
                      </a:ext>
                    </a:extLst>
                  </a:tr>
                  <a:tr h="21600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 SN2591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 D350P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15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11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5.5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28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ko-KR" alt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한내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06015865"/>
                      </a:ext>
                    </a:extLst>
                  </a:tr>
                  <a:tr h="21600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 SN2454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 F520S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16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15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5.2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24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ko-KR" alt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성동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759358999"/>
                      </a:ext>
                    </a:extLst>
                  </a:tr>
                  <a:tr h="21600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 SN2598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 B221S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15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15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3.2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74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ko-KR" alt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덕곡</a:t>
                          </a:r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2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26626038"/>
                      </a:ext>
                    </a:extLst>
                  </a:tr>
                  <a:tr h="21600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 SN2598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 D721S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18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11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13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ko-KR" alt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성동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546919942"/>
                      </a:ext>
                    </a:extLst>
                  </a:tr>
                  <a:tr h="21600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 SN2591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 S141P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15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11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2.3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31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ko-KR" alt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덕곡</a:t>
                          </a:r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2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836812884"/>
                      </a:ext>
                    </a:extLst>
                  </a:tr>
                  <a:tr h="21600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 SN2456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 E373P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12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11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10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ko-KR" alt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성동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189747084"/>
                      </a:ext>
                    </a:extLst>
                  </a:tr>
                  <a:tr h="21600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 SN2454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 C820S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19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11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1.8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8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ko-KR" altLang="en-US" sz="1100" b="0" i="0" u="none" strike="noStrike" dirty="0" err="1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덕곡</a:t>
                          </a:r>
                          <a:r>
                            <a:rPr lang="en-US" altLang="ko-K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2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527980790"/>
                      </a:ext>
                    </a:extLst>
                  </a:tr>
                  <a:tr h="540000">
                    <a:tc gridSpan="7">
                      <a:txBody>
                        <a:bodyPr/>
                        <a:lstStyle/>
                        <a:p>
                          <a:pPr algn="ctr" font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2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altLang="ko-KR" sz="12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fontAlgn="ctr"/>
                          <a:endParaRPr lang="en-US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fontAlgn="ctr"/>
                          <a:endParaRPr lang="en-US" altLang="ko-KR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fontAlgn="ctr"/>
                          <a:endParaRPr lang="en-US" altLang="ko-KR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fontAlgn="ctr"/>
                          <a:endParaRPr lang="en-US" altLang="ko-KR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fontAlgn="ctr"/>
                          <a:endParaRPr lang="en-US" altLang="ko-KR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fontAlgn="ctr"/>
                          <a:endParaRPr lang="ko-KR" altLang="en-US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640895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표 8">
                <a:extLst>
                  <a:ext uri="{FF2B5EF4-FFF2-40B4-BE49-F238E27FC236}">
                    <a16:creationId xmlns:a16="http://schemas.microsoft.com/office/drawing/2014/main" id="{5B6C93C6-B2A7-F506-0D34-1FB962101D0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97368639"/>
                  </p:ext>
                </p:extLst>
              </p:nvPr>
            </p:nvGraphicFramePr>
            <p:xfrm>
              <a:off x="415869" y="1652030"/>
              <a:ext cx="5040000" cy="2484000"/>
            </p:xfrm>
            <a:graphic>
              <a:graphicData uri="http://schemas.openxmlformats.org/drawingml/2006/table">
                <a:tbl>
                  <a:tblPr/>
                  <a:tblGrid>
                    <a:gridCol w="720000">
                      <a:extLst>
                        <a:ext uri="{9D8B030D-6E8A-4147-A177-3AD203B41FA5}">
                          <a16:colId xmlns:a16="http://schemas.microsoft.com/office/drawing/2014/main" val="1379922204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495320971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2582693294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3716479138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1162189111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3194000160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2225977889"/>
                        </a:ext>
                      </a:extLst>
                    </a:gridCol>
                  </a:tblGrid>
                  <a:tr h="21600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 dirty="0" err="1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vessel_id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block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length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width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height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weight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location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260478293"/>
                      </a:ext>
                    </a:extLst>
                  </a:tr>
                  <a:tr h="21600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 SN2601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 B111S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21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16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3.2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109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ko-KR" alt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성동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897904866"/>
                      </a:ext>
                    </a:extLst>
                  </a:tr>
                  <a:tr h="21600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 SN2591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 D350P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15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11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5.5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28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ko-KR" alt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한내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06015865"/>
                      </a:ext>
                    </a:extLst>
                  </a:tr>
                  <a:tr h="21600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 SN2454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 F520S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16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15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5.2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24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ko-KR" alt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성동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759358999"/>
                      </a:ext>
                    </a:extLst>
                  </a:tr>
                  <a:tr h="21600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 SN2598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 B221S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15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15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3.2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74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ko-KR" alt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덕곡</a:t>
                          </a:r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2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26626038"/>
                      </a:ext>
                    </a:extLst>
                  </a:tr>
                  <a:tr h="21600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 SN2598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 D721S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18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11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13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ko-KR" alt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성동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546919942"/>
                      </a:ext>
                    </a:extLst>
                  </a:tr>
                  <a:tr h="21600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 SN2591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 S141P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15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11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2.3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31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ko-KR" alt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덕곡</a:t>
                          </a:r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2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836812884"/>
                      </a:ext>
                    </a:extLst>
                  </a:tr>
                  <a:tr h="21600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 SN2456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 E373P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12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11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10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ko-KR" alt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성동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189747084"/>
                      </a:ext>
                    </a:extLst>
                  </a:tr>
                  <a:tr h="21600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 SN2454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 C820S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19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11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1.8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8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ko-KR" altLang="en-US" sz="1100" b="0" i="0" u="none" strike="noStrike" dirty="0" err="1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덕곡</a:t>
                          </a:r>
                          <a:r>
                            <a:rPr lang="en-US" altLang="ko-K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2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527980790"/>
                      </a:ext>
                    </a:extLst>
                  </a:tr>
                  <a:tr h="540000">
                    <a:tc gridSpan="7"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21" t="-361798" r="-363" b="-2247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fontAlgn="ctr"/>
                          <a:endParaRPr lang="en-US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fontAlgn="ctr"/>
                          <a:endParaRPr lang="en-US" altLang="ko-KR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fontAlgn="ctr"/>
                          <a:endParaRPr lang="en-US" altLang="ko-KR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fontAlgn="ctr"/>
                          <a:endParaRPr lang="en-US" altLang="ko-KR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fontAlgn="ctr"/>
                          <a:endParaRPr lang="en-US" altLang="ko-KR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fontAlgn="ctr"/>
                          <a:endParaRPr lang="ko-KR" altLang="en-US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640895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표 12">
                <a:extLst>
                  <a:ext uri="{FF2B5EF4-FFF2-40B4-BE49-F238E27FC236}">
                    <a16:creationId xmlns:a16="http://schemas.microsoft.com/office/drawing/2014/main" id="{D76090BA-81EB-4708-2D8F-D1846617BD0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85718430"/>
                  </p:ext>
                </p:extLst>
              </p:nvPr>
            </p:nvGraphicFramePr>
            <p:xfrm>
              <a:off x="415869" y="4263945"/>
              <a:ext cx="5040000" cy="2484000"/>
            </p:xfrm>
            <a:graphic>
              <a:graphicData uri="http://schemas.openxmlformats.org/drawingml/2006/table">
                <a:tbl>
                  <a:tblPr/>
                  <a:tblGrid>
                    <a:gridCol w="720000">
                      <a:extLst>
                        <a:ext uri="{9D8B030D-6E8A-4147-A177-3AD203B41FA5}">
                          <a16:colId xmlns:a16="http://schemas.microsoft.com/office/drawing/2014/main" val="1379922204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495320971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2582693294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3716479138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1162189111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3194000160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2225977889"/>
                        </a:ext>
                      </a:extLst>
                    </a:gridCol>
                  </a:tblGrid>
                  <a:tr h="21600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 dirty="0" err="1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vessel_id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block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length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width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height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weight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location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260478293"/>
                      </a:ext>
                    </a:extLst>
                  </a:tr>
                  <a:tr h="21600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 SN2601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 A110S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11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6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10.5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16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ko-KR" alt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사내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897904866"/>
                      </a:ext>
                    </a:extLst>
                  </a:tr>
                  <a:tr h="21600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 SN2601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 E310S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15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14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26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ko-KR" alt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사내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989704578"/>
                      </a:ext>
                    </a:extLst>
                  </a:tr>
                  <a:tr h="21600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 SN2455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 D390P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21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16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6.6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72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ko-KR" alt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사내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77589853"/>
                      </a:ext>
                    </a:extLst>
                  </a:tr>
                  <a:tr h="21600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 SN2598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 T310P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16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16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2.8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66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ko-KR" alt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사내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958751011"/>
                      </a:ext>
                    </a:extLst>
                  </a:tr>
                  <a:tr h="21600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 SN2602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 D390S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15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13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4.2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23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ko-KR" alt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사내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06015865"/>
                      </a:ext>
                    </a:extLst>
                  </a:tr>
                  <a:tr h="21600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 SN2598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 B110S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21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17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3.1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67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ko-KR" alt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사내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759358999"/>
                      </a:ext>
                    </a:extLst>
                  </a:tr>
                  <a:tr h="21600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 SN2612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 B151P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21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16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3.2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121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ko-KR" alt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사내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26626038"/>
                      </a:ext>
                    </a:extLst>
                  </a:tr>
                  <a:tr h="21600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 SN2601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 E340C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15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4.9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67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ko-KR" alt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사내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546919942"/>
                      </a:ext>
                    </a:extLst>
                  </a:tr>
                  <a:tr h="540000">
                    <a:tc gridSpan="7">
                      <a:txBody>
                        <a:bodyPr/>
                        <a:lstStyle/>
                        <a:p>
                          <a:pPr marL="0" marR="0" lvl="0" indent="0" algn="l" defTabSz="914400" rtl="0" eaLnBrk="1" fontAlgn="ctr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100" b="0" i="1" u="none" strike="noStrike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altLang="ko-KR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맑은 고딕" panose="020B0503020000020004" pitchFamily="50" charset="-127"/>
                            <a:ea typeface="+mn-ea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l" fontAlgn="ctr"/>
                          <a:endParaRPr lang="en-US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r" fontAlgn="ctr"/>
                          <a:endParaRPr lang="en-US" altLang="ko-KR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r" fontAlgn="ctr"/>
                          <a:endParaRPr lang="en-US" altLang="ko-KR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r" fontAlgn="ctr"/>
                          <a:endParaRPr lang="en-US" altLang="ko-KR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r" fontAlgn="ctr"/>
                          <a:endParaRPr lang="en-US" altLang="ko-KR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l" fontAlgn="ctr"/>
                          <a:endParaRPr lang="ko-KR" altLang="en-US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83681288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표 12">
                <a:extLst>
                  <a:ext uri="{FF2B5EF4-FFF2-40B4-BE49-F238E27FC236}">
                    <a16:creationId xmlns:a16="http://schemas.microsoft.com/office/drawing/2014/main" id="{D76090BA-81EB-4708-2D8F-D1846617BD0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85718430"/>
                  </p:ext>
                </p:extLst>
              </p:nvPr>
            </p:nvGraphicFramePr>
            <p:xfrm>
              <a:off x="415869" y="4263945"/>
              <a:ext cx="5040000" cy="2484000"/>
            </p:xfrm>
            <a:graphic>
              <a:graphicData uri="http://schemas.openxmlformats.org/drawingml/2006/table">
                <a:tbl>
                  <a:tblPr/>
                  <a:tblGrid>
                    <a:gridCol w="720000">
                      <a:extLst>
                        <a:ext uri="{9D8B030D-6E8A-4147-A177-3AD203B41FA5}">
                          <a16:colId xmlns:a16="http://schemas.microsoft.com/office/drawing/2014/main" val="1379922204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495320971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2582693294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3716479138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1162189111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3194000160"/>
                        </a:ext>
                      </a:extLst>
                    </a:gridCol>
                    <a:gridCol w="720000">
                      <a:extLst>
                        <a:ext uri="{9D8B030D-6E8A-4147-A177-3AD203B41FA5}">
                          <a16:colId xmlns:a16="http://schemas.microsoft.com/office/drawing/2014/main" val="2225977889"/>
                        </a:ext>
                      </a:extLst>
                    </a:gridCol>
                  </a:tblGrid>
                  <a:tr h="21600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 dirty="0" err="1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vessel_id</a:t>
                          </a:r>
                          <a:endParaRPr lang="en-US" sz="1100" b="0" i="0" u="none" strike="noStrike" dirty="0">
                            <a:solidFill>
                              <a:srgbClr val="000000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block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length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width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height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weight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location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260478293"/>
                      </a:ext>
                    </a:extLst>
                  </a:tr>
                  <a:tr h="21600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 SN2601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 A110S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11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6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10.5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16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ko-KR" alt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사내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897904866"/>
                      </a:ext>
                    </a:extLst>
                  </a:tr>
                  <a:tr h="21600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 SN2601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 E310S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15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14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26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ko-KR" alt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사내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989704578"/>
                      </a:ext>
                    </a:extLst>
                  </a:tr>
                  <a:tr h="21600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 SN2455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 D390P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21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16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6.6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72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ko-KR" alt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사내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77589853"/>
                      </a:ext>
                    </a:extLst>
                  </a:tr>
                  <a:tr h="21600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 SN2598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 T310P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16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16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2.8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66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ko-KR" alt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사내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958751011"/>
                      </a:ext>
                    </a:extLst>
                  </a:tr>
                  <a:tr h="21600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 SN2602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 D390S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15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13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4.2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23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ko-KR" alt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사내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06015865"/>
                      </a:ext>
                    </a:extLst>
                  </a:tr>
                  <a:tr h="21600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 SN2598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 B110S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21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17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3.1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67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ko-KR" alt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사내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759358999"/>
                      </a:ext>
                    </a:extLst>
                  </a:tr>
                  <a:tr h="21600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 SN2612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 B151P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21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16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3.2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121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ko-KR" alt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사내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26626038"/>
                      </a:ext>
                    </a:extLst>
                  </a:tr>
                  <a:tr h="216000"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 SN2601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 E340C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20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15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4.9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en-US" altLang="ko-KR" sz="1100" b="0" i="0" u="none" strike="noStrike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67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 fontAlgn="ctr"/>
                          <a:r>
                            <a:rPr lang="ko-KR" altLang="en-US" sz="1100" b="0" i="0" u="none" strike="noStrike" dirty="0">
                              <a:solidFill>
                                <a:srgbClr val="000000"/>
                              </a:solidFill>
                              <a:effectLst/>
                              <a:latin typeface="맑은 고딕" panose="020B0503020000020004" pitchFamily="50" charset="-127"/>
                              <a:ea typeface="맑은 고딕" panose="020B0503020000020004" pitchFamily="50" charset="-127"/>
                            </a:rPr>
                            <a:t>사내</a:t>
                          </a: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546919942"/>
                      </a:ext>
                    </a:extLst>
                  </a:tr>
                  <a:tr h="540000">
                    <a:tc gridSpan="7"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21" t="-360674" r="-363" b="-3371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l" fontAlgn="ctr"/>
                          <a:endParaRPr lang="en-US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r" fontAlgn="ctr"/>
                          <a:endParaRPr lang="en-US" altLang="ko-KR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r" fontAlgn="ctr"/>
                          <a:endParaRPr lang="en-US" altLang="ko-KR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r" fontAlgn="ctr"/>
                          <a:endParaRPr lang="en-US" altLang="ko-KR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r" fontAlgn="ctr"/>
                          <a:endParaRPr lang="en-US" altLang="ko-KR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pPr algn="l" fontAlgn="ctr"/>
                          <a:endParaRPr lang="ko-KR" altLang="en-US" sz="1100" b="0" i="0" u="none" strike="noStrike">
                            <a:solidFill>
                              <a:srgbClr val="000000"/>
                            </a:solidFill>
                            <a:effectLst/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endParaRPr>
                        </a:p>
                      </a:txBody>
                      <a:tcPr marL="9525" marR="9525" marT="9525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836812884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9AC78D4D-048E-F386-ADCC-4F7636C53E5E}"/>
              </a:ext>
            </a:extLst>
          </p:cNvPr>
          <p:cNvCxnSpPr>
            <a:cxnSpLocks/>
            <a:endCxn id="16" idx="1"/>
          </p:cNvCxnSpPr>
          <p:nvPr/>
        </p:nvCxnSpPr>
        <p:spPr>
          <a:xfrm flipV="1">
            <a:off x="5450681" y="5321279"/>
            <a:ext cx="978503" cy="319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DE3A0448-DD92-0DB4-7C05-B73EDEAB8065}"/>
              </a:ext>
            </a:extLst>
          </p:cNvPr>
          <p:cNvSpPr txBox="1"/>
          <p:nvPr/>
        </p:nvSpPr>
        <p:spPr>
          <a:xfrm>
            <a:off x="6429184" y="5136613"/>
            <a:ext cx="5600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반입해야 할 블록들이 제원 정보와 위치가 함께 기제</a:t>
            </a:r>
          </a:p>
        </p:txBody>
      </p:sp>
    </p:spTree>
    <p:extLst>
      <p:ext uri="{BB962C8B-B14F-4D97-AF65-F5344CB8AC3E}">
        <p14:creationId xmlns:p14="http://schemas.microsoft.com/office/powerpoint/2010/main" val="32489584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4187EE-5F2D-AF49-1F81-087C58DD27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92B8A0-A0D3-AFEE-BA44-DD4CE6695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사외 </a:t>
            </a:r>
            <a:r>
              <a:rPr lang="ko-KR" altLang="en-US" dirty="0" err="1"/>
              <a:t>적치장</a:t>
            </a:r>
            <a:r>
              <a:rPr lang="ko-KR" altLang="en-US" dirty="0"/>
              <a:t> </a:t>
            </a:r>
            <a:r>
              <a:rPr lang="en-US" altLang="ko-KR" dirty="0"/>
              <a:t>Slot </a:t>
            </a:r>
            <a:r>
              <a:rPr lang="ko-KR" altLang="en-US" dirty="0"/>
              <a:t>형태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7855F16A-A0D2-9412-67D5-39E86B1E13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3CC9C-7E36-46BE-BB2A-7DDA61AC1E11}" type="slidenum">
              <a:rPr lang="ko-KR" altLang="en-US" smtClean="0"/>
              <a:pPr/>
              <a:t>5</a:t>
            </a:fld>
            <a:endParaRPr lang="ko-KR" altLang="en-US" dirty="0"/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E757B360-109E-CFE9-E1F5-394B79123B05}"/>
              </a:ext>
            </a:extLst>
          </p:cNvPr>
          <p:cNvSpPr txBox="1">
            <a:spLocks/>
          </p:cNvSpPr>
          <p:nvPr/>
        </p:nvSpPr>
        <p:spPr>
          <a:xfrm>
            <a:off x="117308" y="1089854"/>
            <a:ext cx="7886700" cy="4121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algn="l" defTabSz="914400" rtl="0" eaLnBrk="1" fontAlgn="ctr" latinLnBrk="1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lang="ko-KR" altLang="en-US" sz="3200" b="1" kern="1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Arial" panose="020B0604020202020204" pitchFamily="34" charset="0"/>
              </a:defRPr>
            </a:lvl1pPr>
          </a:lstStyle>
          <a:p>
            <a:pPr>
              <a:lnSpc>
                <a:spcPct val="100000"/>
              </a:lnSpc>
            </a:pPr>
            <a:r>
              <a:rPr lang="ko-KR" altLang="en-US" sz="1600" dirty="0">
                <a:ln w="9525">
                  <a:solidFill>
                    <a:schemeClr val="tx1"/>
                  </a:solidFill>
                </a:ln>
                <a:solidFill>
                  <a:sysClr val="windowText" lastClr="000000"/>
                </a:solidFill>
                <a:latin typeface="+mj-ea"/>
                <a:cs typeface="함초롬돋움" panose="020B0604000101010101" pitchFamily="50" charset="-127"/>
              </a:rPr>
              <a:t>양식</a:t>
            </a:r>
            <a:r>
              <a:rPr lang="en-US" altLang="ko-KR" sz="1600" dirty="0">
                <a:ln w="9525">
                  <a:solidFill>
                    <a:schemeClr val="tx1"/>
                  </a:solidFill>
                </a:ln>
                <a:solidFill>
                  <a:sysClr val="windowText" lastClr="000000"/>
                </a:solidFill>
                <a:latin typeface="+mj-ea"/>
                <a:cs typeface="함초롬돋움" panose="020B0604000101010101" pitchFamily="50" charset="-127"/>
              </a:rPr>
              <a:t>:</a:t>
            </a:r>
            <a:r>
              <a:rPr lang="ko-KR" altLang="en-US" sz="1600" dirty="0">
                <a:ln w="9525">
                  <a:solidFill>
                    <a:schemeClr val="tx1"/>
                  </a:solidFill>
                </a:ln>
                <a:solidFill>
                  <a:sysClr val="windowText" lastClr="000000"/>
                </a:solidFill>
                <a:latin typeface="+mj-ea"/>
                <a:cs typeface="함초롬돋움" panose="020B0604000101010101" pitchFamily="50" charset="-127"/>
              </a:rPr>
              <a:t> </a:t>
            </a:r>
            <a:r>
              <a:rPr lang="en-US" altLang="ko-KR" sz="1600" dirty="0">
                <a:ln w="9525">
                  <a:solidFill>
                    <a:schemeClr val="tx1"/>
                  </a:solidFill>
                </a:ln>
                <a:solidFill>
                  <a:sysClr val="windowText" lastClr="000000"/>
                </a:solidFill>
                <a:latin typeface="+mj-ea"/>
                <a:cs typeface="함초롬돋움" panose="020B0604000101010101" pitchFamily="50" charset="-127"/>
              </a:rPr>
              <a:t>OFD.csv</a:t>
            </a:r>
            <a:endParaRPr lang="ko-KR" altLang="en-US" sz="1600" dirty="0">
              <a:ln w="9525">
                <a:solidFill>
                  <a:schemeClr val="tx1"/>
                </a:solidFill>
              </a:ln>
              <a:solidFill>
                <a:sysClr val="windowText" lastClr="000000"/>
              </a:solidFill>
              <a:latin typeface="+mj-ea"/>
              <a:cs typeface="함초롬돋움" panose="020B0604000101010101" pitchFamily="50" charset="-127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CFE023A2-8452-A81F-2F75-0A18B828985D}"/>
              </a:ext>
            </a:extLst>
          </p:cNvPr>
          <p:cNvGraphicFramePr>
            <a:graphicFrameLocks noGrp="1"/>
          </p:cNvGraphicFramePr>
          <p:nvPr/>
        </p:nvGraphicFramePr>
        <p:xfrm>
          <a:off x="415869" y="1652030"/>
          <a:ext cx="5040000" cy="4952662"/>
        </p:xfrm>
        <a:graphic>
          <a:graphicData uri="http://schemas.openxmlformats.org/drawingml/2006/table">
            <a:tbl>
              <a:tblPr/>
              <a:tblGrid>
                <a:gridCol w="720000">
                  <a:extLst>
                    <a:ext uri="{9D8B030D-6E8A-4147-A177-3AD203B41FA5}">
                      <a16:colId xmlns:a16="http://schemas.microsoft.com/office/drawing/2014/main" val="137992220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49532097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58269329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71647913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16218911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19400016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225977889"/>
                    </a:ext>
                  </a:extLst>
                </a:gridCol>
              </a:tblGrid>
              <a:tr h="16735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vessel_id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block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width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length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height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weight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0478293"/>
                  </a:ext>
                </a:extLst>
              </a:tr>
              <a:tr h="16735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SN2611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B200P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inf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32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7904866"/>
                  </a:ext>
                </a:extLst>
              </a:tr>
              <a:tr h="16735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SN2455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F310P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inf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24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6015865"/>
                  </a:ext>
                </a:extLst>
              </a:tr>
              <a:tr h="16735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SN2627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Y900C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inf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52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9358999"/>
                  </a:ext>
                </a:extLst>
              </a:tr>
              <a:tr h="16735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SN2598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S112S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inf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23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6626038"/>
                  </a:ext>
                </a:extLst>
              </a:tr>
              <a:tr h="16735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SN2612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S13AS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inf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24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6919942"/>
                  </a:ext>
                </a:extLst>
              </a:tr>
              <a:tr h="16735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SN2611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T510S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inf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6812884"/>
                  </a:ext>
                </a:extLst>
              </a:tr>
              <a:tr h="16735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SN2608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E113P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inf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21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9747084"/>
                  </a:ext>
                </a:extLst>
              </a:tr>
              <a:tr h="16735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SN2611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D411P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inf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43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7980790"/>
                  </a:ext>
                </a:extLst>
              </a:tr>
              <a:tr h="16735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SN2602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D620S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inf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46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408958"/>
                  </a:ext>
                </a:extLst>
              </a:tr>
              <a:tr h="16735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SN2614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S310S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inf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17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1745143"/>
                  </a:ext>
                </a:extLst>
              </a:tr>
              <a:tr h="16735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SN2603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T510P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inf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5218624"/>
                  </a:ext>
                </a:extLst>
              </a:tr>
              <a:tr h="16735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SN2627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E340S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inf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23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8749489"/>
                  </a:ext>
                </a:extLst>
              </a:tr>
              <a:tr h="16735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SN2457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E110S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inf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6581701"/>
                  </a:ext>
                </a:extLst>
              </a:tr>
              <a:tr h="16735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SN2607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E521P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inf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707760"/>
                  </a:ext>
                </a:extLst>
              </a:tr>
              <a:tr h="16735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SN2612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B181P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inf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27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0746103"/>
                  </a:ext>
                </a:extLst>
              </a:tr>
              <a:tr h="16735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inf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148308"/>
                  </a:ext>
                </a:extLst>
              </a:tr>
              <a:tr h="16735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inf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3246238"/>
                  </a:ext>
                </a:extLst>
              </a:tr>
              <a:tr h="16735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17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inf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4006459"/>
                  </a:ext>
                </a:extLst>
              </a:tr>
              <a:tr h="16735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inf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8710278"/>
                  </a:ext>
                </a:extLst>
              </a:tr>
              <a:tr h="16735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19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inf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4698313"/>
                  </a:ext>
                </a:extLst>
              </a:tr>
              <a:tr h="16735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inf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6156974"/>
                  </a:ext>
                </a:extLst>
              </a:tr>
              <a:tr h="16735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inf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8419370"/>
                  </a:ext>
                </a:extLst>
              </a:tr>
              <a:tr h="16735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inf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0491874"/>
                  </a:ext>
                </a:extLst>
              </a:tr>
              <a:tr h="16735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inf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0253739"/>
                  </a:ext>
                </a:extLst>
              </a:tr>
              <a:tr h="16735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inf</a:t>
                      </a: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07" marR="7607" marT="7607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238326"/>
                  </a:ext>
                </a:extLst>
              </a:tr>
            </a:tbl>
          </a:graphicData>
        </a:graphic>
      </p:graphicFrame>
      <p:sp>
        <p:nvSpPr>
          <p:cNvPr id="6" name="직사각형 5">
            <a:extLst>
              <a:ext uri="{FF2B5EF4-FFF2-40B4-BE49-F238E27FC236}">
                <a16:creationId xmlns:a16="http://schemas.microsoft.com/office/drawing/2014/main" id="{16F72597-CE4C-8FC5-6B6E-CDAB577A5AD1}"/>
              </a:ext>
            </a:extLst>
          </p:cNvPr>
          <p:cNvSpPr/>
          <p:nvPr/>
        </p:nvSpPr>
        <p:spPr>
          <a:xfrm>
            <a:off x="415869" y="4695092"/>
            <a:ext cx="5040000" cy="19096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EF812C5C-9E16-5658-13E7-C08AA4097C77}"/>
              </a:ext>
            </a:extLst>
          </p:cNvPr>
          <p:cNvCxnSpPr>
            <a:cxnSpLocks/>
            <a:stCxn id="6" idx="3"/>
            <a:endCxn id="11" idx="1"/>
          </p:cNvCxnSpPr>
          <p:nvPr/>
        </p:nvCxnSpPr>
        <p:spPr>
          <a:xfrm>
            <a:off x="5455869" y="5649892"/>
            <a:ext cx="779884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99B9A17A-CEF5-481D-82DA-6BFDE5013DF3}"/>
              </a:ext>
            </a:extLst>
          </p:cNvPr>
          <p:cNvSpPr txBox="1"/>
          <p:nvPr/>
        </p:nvSpPr>
        <p:spPr>
          <a:xfrm>
            <a:off x="6235753" y="5326726"/>
            <a:ext cx="56007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비어 있는 슬롯은  </a:t>
            </a:r>
            <a:r>
              <a:rPr lang="en-US" altLang="ko-KR" dirty="0"/>
              <a:t>Vessel ID</a:t>
            </a:r>
            <a:r>
              <a:rPr lang="ko-KR" altLang="en-US" dirty="0"/>
              <a:t>와 </a:t>
            </a:r>
            <a:r>
              <a:rPr lang="en-US" altLang="ko-KR" dirty="0"/>
              <a:t>Block </a:t>
            </a:r>
            <a:r>
              <a:rPr lang="ko-KR" altLang="en-US" dirty="0"/>
              <a:t>란이 비어 있고 </a:t>
            </a:r>
            <a:br>
              <a:rPr lang="en-US" altLang="ko-KR" dirty="0"/>
            </a:br>
            <a:r>
              <a:rPr lang="ko-KR" altLang="en-US" dirty="0"/>
              <a:t>사용 가능한 공간의 크기가 </a:t>
            </a:r>
            <a:r>
              <a:rPr lang="en-US" altLang="ko-KR" dirty="0"/>
              <a:t>width, length</a:t>
            </a:r>
            <a:r>
              <a:rPr lang="ko-KR" altLang="en-US" dirty="0"/>
              <a:t>로 표현 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C98A5905-21E3-161F-25A4-83FFADC40631}"/>
              </a:ext>
            </a:extLst>
          </p:cNvPr>
          <p:cNvSpPr/>
          <p:nvPr/>
        </p:nvSpPr>
        <p:spPr>
          <a:xfrm>
            <a:off x="415869" y="2224454"/>
            <a:ext cx="5040000" cy="37806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C074650-CA1E-5C6A-8E40-88CF79DAA3FE}"/>
              </a:ext>
            </a:extLst>
          </p:cNvPr>
          <p:cNvSpPr txBox="1"/>
          <p:nvPr/>
        </p:nvSpPr>
        <p:spPr>
          <a:xfrm>
            <a:off x="6235753" y="1813323"/>
            <a:ext cx="56007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사용하고 있는 공간이 본 형태에 표현</a:t>
            </a:r>
            <a:endParaRPr lang="en-US" altLang="ko-KR" dirty="0"/>
          </a:p>
          <a:p>
            <a:r>
              <a:rPr lang="en-US" altLang="ko-KR" dirty="0"/>
              <a:t>Height</a:t>
            </a:r>
            <a:r>
              <a:rPr lang="ko-KR" altLang="en-US" dirty="0"/>
              <a:t>가 무한대인 이유는 제약이 없는 공간이기 때문</a:t>
            </a:r>
            <a:br>
              <a:rPr lang="en-US" altLang="ko-KR" dirty="0"/>
            </a:br>
            <a:r>
              <a:rPr lang="en-US" altLang="ko-KR" dirty="0"/>
              <a:t>(ID</a:t>
            </a:r>
            <a:r>
              <a:rPr lang="ko-KR" altLang="en-US" dirty="0"/>
              <a:t>는 추후 슬롯이 업데이트 될 경우를 고려하기 위한 컬럼으로 현 코드에선 아무 값이나 넣어주면 됩니다</a:t>
            </a:r>
            <a:r>
              <a:rPr lang="en-US" altLang="ko-KR" dirty="0"/>
              <a:t>.)</a:t>
            </a:r>
            <a:endParaRPr lang="ko-KR" altLang="en-US" dirty="0"/>
          </a:p>
        </p:txBody>
      </p: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678ACF45-9072-2B2A-06AB-28E44DDEB422}"/>
              </a:ext>
            </a:extLst>
          </p:cNvPr>
          <p:cNvCxnSpPr>
            <a:cxnSpLocks/>
            <a:stCxn id="20" idx="3"/>
            <a:endCxn id="21" idx="1"/>
          </p:cNvCxnSpPr>
          <p:nvPr/>
        </p:nvCxnSpPr>
        <p:spPr>
          <a:xfrm flipV="1">
            <a:off x="5455869" y="2413488"/>
            <a:ext cx="779884" cy="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67547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691007-5BC5-9774-E388-6A71161CF6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추가 참고 사항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F728AC73-9712-3FFB-5CBB-7B9FA55A9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3CC9C-7E36-46BE-BB2A-7DDA61AC1E11}" type="slidenum">
              <a:rPr lang="ko-KR" altLang="en-US" smtClean="0"/>
              <a:pPr/>
              <a:t>6</a:t>
            </a:fld>
            <a:endParaRPr lang="ko-KR" altLang="en-US" dirty="0"/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EB0A385E-7570-0F43-B1FF-2461A6AA6D91}"/>
              </a:ext>
            </a:extLst>
          </p:cNvPr>
          <p:cNvSpPr txBox="1">
            <a:spLocks/>
          </p:cNvSpPr>
          <p:nvPr/>
        </p:nvSpPr>
        <p:spPr>
          <a:xfrm>
            <a:off x="117308" y="1089854"/>
            <a:ext cx="7886700" cy="4121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algn="l" defTabSz="914400" rtl="0" eaLnBrk="1" fontAlgn="ctr" latinLnBrk="1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 lang="ko-KR" altLang="en-US" sz="3200" b="1" kern="1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Arial" panose="020B0604020202020204" pitchFamily="34" charset="0"/>
              </a:defRPr>
            </a:lvl1pPr>
          </a:lstStyle>
          <a:p>
            <a:pPr>
              <a:lnSpc>
                <a:spcPct val="100000"/>
              </a:lnSpc>
            </a:pPr>
            <a:r>
              <a:rPr lang="ko-KR" altLang="en-US" sz="1600" dirty="0">
                <a:ln w="9525">
                  <a:solidFill>
                    <a:schemeClr val="tx1"/>
                  </a:solidFill>
                </a:ln>
                <a:solidFill>
                  <a:sysClr val="windowText" lastClr="000000"/>
                </a:solidFill>
                <a:latin typeface="+mj-ea"/>
                <a:cs typeface="함초롬돋움" panose="020B0604000101010101" pitchFamily="50" charset="-127"/>
              </a:rPr>
              <a:t>코드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74871E1-AA7F-941E-3757-1809699467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177" y="1782862"/>
            <a:ext cx="6720278" cy="379809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F993933-73F9-A302-C63A-46A044B7A9C5}"/>
              </a:ext>
            </a:extLst>
          </p:cNvPr>
          <p:cNvSpPr txBox="1"/>
          <p:nvPr/>
        </p:nvSpPr>
        <p:spPr>
          <a:xfrm>
            <a:off x="7239915" y="1782862"/>
            <a:ext cx="469890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이전에 송부 받았던 캐리어 정보를 바탕으로 블록들의 제원 정보에 캐리어의 길이까지 </a:t>
            </a:r>
            <a:br>
              <a:rPr lang="en-US" altLang="ko-KR" dirty="0"/>
            </a:br>
            <a:r>
              <a:rPr lang="ko-KR" altLang="en-US" dirty="0"/>
              <a:t>반영할 수 있도록 해 놨습니다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다만</a:t>
            </a:r>
            <a:r>
              <a:rPr lang="en-US" altLang="ko-KR" dirty="0"/>
              <a:t>, csv</a:t>
            </a:r>
            <a:r>
              <a:rPr lang="ko-KR" altLang="en-US" dirty="0"/>
              <a:t>에 저장된 값들이 이미 이 함수의 전처리를 거치고 난 뒤라고 전제를 뒀기 때문에</a:t>
            </a:r>
            <a:endParaRPr lang="en-US" altLang="ko-KR" dirty="0"/>
          </a:p>
          <a:p>
            <a:r>
              <a:rPr lang="en-US" altLang="ko-KR" dirty="0"/>
              <a:t>DB</a:t>
            </a:r>
            <a:r>
              <a:rPr lang="ko-KR" altLang="en-US" dirty="0"/>
              <a:t>에서 입력 받은 값을 다시 반영해주기 위해선 따로 본 함수를 통해 전처리를 거치는 게 좋을 거 같습니다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위 함수를 거치지 않아도 진행은 문제없이 될 것으로 생각됩니다</a:t>
            </a:r>
            <a:r>
              <a:rPr lang="en-US" altLang="ko-KR"/>
              <a:t>.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565480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57606</TotalTime>
  <Words>954</Words>
  <Application>Microsoft Office PowerPoint</Application>
  <PresentationFormat>와이드스크린</PresentationFormat>
  <Paragraphs>577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4" baseType="lpstr">
      <vt:lpstr>Cambria Math</vt:lpstr>
      <vt:lpstr>Calibri Light</vt:lpstr>
      <vt:lpstr>Arial</vt:lpstr>
      <vt:lpstr>나눔스퀘어_ac Bold</vt:lpstr>
      <vt:lpstr>나눔스퀘어_ac</vt:lpstr>
      <vt:lpstr>맑은 고딕</vt:lpstr>
      <vt:lpstr>Calibri</vt:lpstr>
      <vt:lpstr>Office 테마</vt:lpstr>
      <vt:lpstr>PowerPoint 프레젠테이션</vt:lpstr>
      <vt:lpstr>적치장 블록 형태</vt:lpstr>
      <vt:lpstr>적치장 블록 형태</vt:lpstr>
      <vt:lpstr>적치장 블록 형태</vt:lpstr>
      <vt:lpstr>사외 적치장 Slot 형태</vt:lpstr>
      <vt:lpstr>추가 참고 사항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[고급형] 글로벌 정보 통신</dc:title>
  <dc:creator>피피티월드(http://www.pptworld.co.kr)</dc:creator>
  <cp:lastModifiedBy>가원 이</cp:lastModifiedBy>
  <cp:revision>2907</cp:revision>
  <cp:lastPrinted>2024-03-24T08:46:31Z</cp:lastPrinted>
  <dcterms:created xsi:type="dcterms:W3CDTF">2017-11-09T08:35:35Z</dcterms:created>
  <dcterms:modified xsi:type="dcterms:W3CDTF">2024-03-27T12:09:45Z</dcterms:modified>
</cp:coreProperties>
</file>